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f773bbdf074482" /><Relationship Type="http://schemas.openxmlformats.org/officeDocument/2006/relationships/extended-properties" Target="/docProps/app.xml" Id="R00307eb0835a46e1" /><Relationship Type="http://schemas.openxmlformats.org/officeDocument/2006/relationships/officeDocument" Target="/ppt/presentation.xml" Id="R607231b2e45b48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c75ad6c8d34304"/>
  </p:sldMasterIdLst>
  <p:notesMasterIdLst>
    <p:notesMasterId xmlns:r="http://schemas.openxmlformats.org/officeDocument/2006/relationships" r:id="Re87ec62910704eee"/>
  </p:notesMasterIdLst>
  <p:sldIdLst>
    <p:sldId xmlns:r="http://schemas.openxmlformats.org/officeDocument/2006/relationships" id="256" r:id="Re1258eef49214fc0"/>
    <p:sldId xmlns:r="http://schemas.openxmlformats.org/officeDocument/2006/relationships" id="257" r:id="R00413d80ecb642b8"/>
    <p:sldId xmlns:r="http://schemas.openxmlformats.org/officeDocument/2006/relationships" id="258" r:id="Ra9f4f95ce8964b82"/>
    <p:sldId xmlns:r="http://schemas.openxmlformats.org/officeDocument/2006/relationships" id="259" r:id="R8f2f08502a9549af"/>
    <p:sldId xmlns:r="http://schemas.openxmlformats.org/officeDocument/2006/relationships" id="260" r:id="R487777f7dfff4ba9"/>
    <p:sldId xmlns:r="http://schemas.openxmlformats.org/officeDocument/2006/relationships" id="261" r:id="R655389ecb319407c"/>
    <p:sldId xmlns:r="http://schemas.openxmlformats.org/officeDocument/2006/relationships" id="262" r:id="Rbd1db2e23fd64818"/>
    <p:sldId xmlns:r="http://schemas.openxmlformats.org/officeDocument/2006/relationships" id="263" r:id="Rbb75e2a736044af5"/>
    <p:sldId xmlns:r="http://schemas.openxmlformats.org/officeDocument/2006/relationships" id="264" r:id="R570aa744c45a4017"/>
    <p:sldId xmlns:r="http://schemas.openxmlformats.org/officeDocument/2006/relationships" id="265" r:id="R21bbf82f4beb4ecb"/>
    <p:sldId xmlns:r="http://schemas.openxmlformats.org/officeDocument/2006/relationships" id="266" r:id="R187283693e9a41b2"/>
    <p:sldId xmlns:r="http://schemas.openxmlformats.org/officeDocument/2006/relationships" id="267" r:id="Rbdede88ebe8e421d"/>
    <p:sldId xmlns:r="http://schemas.openxmlformats.org/officeDocument/2006/relationships" id="268" r:id="R0b8aa7953e5e4684"/>
    <p:sldId xmlns:r="http://schemas.openxmlformats.org/officeDocument/2006/relationships" id="269" r:id="R16c4c750524f44d4"/>
    <p:sldId xmlns:r="http://schemas.openxmlformats.org/officeDocument/2006/relationships" id="270" r:id="R1ba9751d5c8b44cf"/>
    <p:sldId xmlns:r="http://schemas.openxmlformats.org/officeDocument/2006/relationships" id="271" r:id="R8928bf8b0e1b44af"/>
    <p:sldId xmlns:r="http://schemas.openxmlformats.org/officeDocument/2006/relationships" id="272" r:id="R55b0ac74602247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3ec097aad54fa5" /><Relationship Type="http://schemas.openxmlformats.org/officeDocument/2006/relationships/slideMaster" Target="/ppt/slideMasters/slideMaster1.xml" Id="Rbcc75ad6c8d34304" /><Relationship Type="http://schemas.openxmlformats.org/officeDocument/2006/relationships/notesMaster" Target="/ppt/notesMasters/notesMaster1.xml" Id="Re87ec62910704eee" /><Relationship Type="http://schemas.openxmlformats.org/officeDocument/2006/relationships/presProps" Target="/ppt/presProps.xml" Id="Rcc11e9556a4d4f1f" /><Relationship Type="http://schemas.openxmlformats.org/officeDocument/2006/relationships/tableStyles" Target="/ppt/tableStyles.xml" Id="Reac89b7252e84691" /><Relationship Type="http://schemas.openxmlformats.org/officeDocument/2006/relationships/slide" Target="/ppt/slides/slide1.xml" Id="Re1258eef49214fc0" /><Relationship Type="http://schemas.openxmlformats.org/officeDocument/2006/relationships/slide" Target="/ppt/slides/slide2.xml" Id="R00413d80ecb642b8" /><Relationship Type="http://schemas.openxmlformats.org/officeDocument/2006/relationships/slide" Target="/ppt/slides/slide3.xml" Id="Ra9f4f95ce8964b82" /><Relationship Type="http://schemas.openxmlformats.org/officeDocument/2006/relationships/slide" Target="/ppt/slides/slide4.xml" Id="R8f2f08502a9549af" /><Relationship Type="http://schemas.openxmlformats.org/officeDocument/2006/relationships/slide" Target="/ppt/slides/slide5.xml" Id="R487777f7dfff4ba9" /><Relationship Type="http://schemas.openxmlformats.org/officeDocument/2006/relationships/slide" Target="/ppt/slides/slide6.xml" Id="R655389ecb319407c" /><Relationship Type="http://schemas.openxmlformats.org/officeDocument/2006/relationships/slide" Target="/ppt/slides/slide7.xml" Id="Rbd1db2e23fd64818" /><Relationship Type="http://schemas.openxmlformats.org/officeDocument/2006/relationships/slide" Target="/ppt/slides/slide8.xml" Id="Rbb75e2a736044af5" /><Relationship Type="http://schemas.openxmlformats.org/officeDocument/2006/relationships/slide" Target="/ppt/slides/slide9.xml" Id="R570aa744c45a4017" /><Relationship Type="http://schemas.openxmlformats.org/officeDocument/2006/relationships/slide" Target="/ppt/slides/slide10.xml" Id="R21bbf82f4beb4ecb" /><Relationship Type="http://schemas.openxmlformats.org/officeDocument/2006/relationships/slide" Target="/ppt/slides/slide11.xml" Id="R187283693e9a41b2" /><Relationship Type="http://schemas.openxmlformats.org/officeDocument/2006/relationships/slide" Target="/ppt/slides/slide12.xml" Id="Rbdede88ebe8e421d" /><Relationship Type="http://schemas.openxmlformats.org/officeDocument/2006/relationships/slide" Target="/ppt/slides/slide13.xml" Id="R0b8aa7953e5e4684" /><Relationship Type="http://schemas.openxmlformats.org/officeDocument/2006/relationships/slide" Target="/ppt/slides/slide14.xml" Id="R16c4c750524f44d4" /><Relationship Type="http://schemas.openxmlformats.org/officeDocument/2006/relationships/slide" Target="/ppt/slides/slide15.xml" Id="R1ba9751d5c8b44cf" /><Relationship Type="http://schemas.openxmlformats.org/officeDocument/2006/relationships/slide" Target="/ppt/slides/slide16.xml" Id="R8928bf8b0e1b44af" /><Relationship Type="http://schemas.openxmlformats.org/officeDocument/2006/relationships/slide" Target="/ppt/slides/slide17.xml" Id="R55b0ac74602247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ae77a1a3134d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3d924cc72a45d8" /><Relationship Type="http://schemas.openxmlformats.org/officeDocument/2006/relationships/notesMaster" Target="/ppt/notesMasters/notesMaster1.xml" Id="R5393e2258f2747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0c9a67221e42e5" /><Relationship Type="http://schemas.openxmlformats.org/officeDocument/2006/relationships/notesMaster" Target="/ppt/notesMasters/notesMaster1.xml" Id="Rb10513b831d44e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cfce37b1e44d68" /><Relationship Type="http://schemas.openxmlformats.org/officeDocument/2006/relationships/notesMaster" Target="/ppt/notesMasters/notesMaster1.xml" Id="Rc926b2c32c434e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779f1d074d4bea" /><Relationship Type="http://schemas.openxmlformats.org/officeDocument/2006/relationships/notesMaster" Target="/ppt/notesMasters/notesMaster1.xml" Id="R89a511ea19d14f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84c1d246764ca0" /><Relationship Type="http://schemas.openxmlformats.org/officeDocument/2006/relationships/notesMaster" Target="/ppt/notesMasters/notesMaster1.xml" Id="R786c58ac10354a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00440d356d43bc" /><Relationship Type="http://schemas.openxmlformats.org/officeDocument/2006/relationships/notesMaster" Target="/ppt/notesMasters/notesMaster1.xml" Id="R6e9bed68bdf74f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f1be8dcdfa4861" /><Relationship Type="http://schemas.openxmlformats.org/officeDocument/2006/relationships/notesMaster" Target="/ppt/notesMasters/notesMaster1.xml" Id="Rc57e080bcf4c4c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a53112a55b47dd" /><Relationship Type="http://schemas.openxmlformats.org/officeDocument/2006/relationships/notesMaster" Target="/ppt/notesMasters/notesMaster1.xml" Id="Raa2fe791fd3743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df9c65792a43b6" /><Relationship Type="http://schemas.openxmlformats.org/officeDocument/2006/relationships/notesMaster" Target="/ppt/notesMasters/notesMaster1.xml" Id="R31117a3370da4b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85e4fb57274e78" /><Relationship Type="http://schemas.openxmlformats.org/officeDocument/2006/relationships/notesMaster" Target="/ppt/notesMasters/notesMaster1.xml" Id="Re50aad5970e041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92fe59d0ae24b79" /><Relationship Type="http://schemas.openxmlformats.org/officeDocument/2006/relationships/notesMaster" Target="/ppt/notesMasters/notesMaster1.xml" Id="R9c357d9aa2104e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c9893b659142fa" /><Relationship Type="http://schemas.openxmlformats.org/officeDocument/2006/relationships/notesMaster" Target="/ppt/notesMasters/notesMaster1.xml" Id="Rf9c26c078fec4b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0cdd78c3b394628" /><Relationship Type="http://schemas.openxmlformats.org/officeDocument/2006/relationships/notesMaster" Target="/ppt/notesMasters/notesMaster1.xml" Id="Reb59586fea47420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d576ea69ded46ad" /><Relationship Type="http://schemas.openxmlformats.org/officeDocument/2006/relationships/notesMaster" Target="/ppt/notesMasters/notesMaster1.xml" Id="R45605d422085430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e7d7b451840460e" /><Relationship Type="http://schemas.openxmlformats.org/officeDocument/2006/relationships/notesMaster" Target="/ppt/notesMasters/notesMaster1.xml" Id="Rd180fde029db4db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1bee48da63f4790" /><Relationship Type="http://schemas.openxmlformats.org/officeDocument/2006/relationships/notesMaster" Target="/ppt/notesMasters/notesMaster1.xml" Id="R8ec1b048cfb1403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3409ae9f92a4d33" /><Relationship Type="http://schemas.openxmlformats.org/officeDocument/2006/relationships/notesMaster" Target="/ppt/notesMasters/notesMaster1.xml" Id="Rb7906063420948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the group activity report draft. Team name, course code, year, date, and roll numbers remain to be completed before final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GROUP_ACTIVITY_REPORT_SOURCE.md, sections 2 and 5. The NASA C-MAPSS data are simulated.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NASA C-MAPSS, docs/SOURCE_PROVENANCE.md, reports/dataset_summary.csv. The FD001–FD004 package differs from the PHM08 challenge train.txt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reports/dataset_summary.csv. Counts refer to rows and distinct engines, not independent row samples.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reports/eda/engine_lifetimes.png and GROUP_ACTIVITY_REPORT_SOURCE.md, section 7.1.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src/cmapss_pipeline.py, train_models.py, GROUP_ACTIVITY_REPORT_SOURCE.md, section 6.3.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train_models.py and GROUP_ACTIVITY_REPORT_SOURCE.md, sections 6.4–6.7. Engine ID is a grouping key, not a model input.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train_models.py and GROUP_ACTIVITY_REPORT_SOURCE.md, section 6.4. Settings were fixed before official-test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reports/modeling/FD00X/validation_metrics.csv. Units are cycles. A lower RMSE is better.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reports/modeling/official_test_summary.csv. The selected models were chosen on validation data. MAE and RMSE are in cycles.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reports/modeling/FD001/official_test_actual_vs_predicted.png and FD002 equivalent. Each dot is one official test engine.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reports/modeling/FD003/official_test_actual_vs_predicted.png and FD004 equivalent. The dashed diagonal is exact prediction.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reports/modeling/error_direction_counts.csv and error_by_rul_band.png. Overestimation means predicted RUL exceeds true RUL.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reports/robustness/repeated_validation_rmse.png. Three training-only splits with endpoints at 50%, 70% and 85% of lifetime. This audit did not change official-test selections.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GROUP_ACTIVITY_REPORT_SOURCE.md, sections 3, 4 and 7.6–7.8. Key literature: Saxena et al. 2008 DOI 10.1109/PHM.2008.4711414; Ramasso and Saxena 2014 DOI 10.36001/ijphm.2014.v5i2.2236; Liu et al. 2023 DOI 10.3390/aerospace10080715.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GROUP_ACTIVITY_REPORT_SOURCE.md, sections 8 and 9. Future work is proposed, not completed.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GROUP_ACTIVITY_REPORT_SOURCE.md, Declaration and individual contribution table. These roles are proposed and require member confirmation before a signed declaration.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ea67e6e8c641a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aa9b3c630948b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d127cc4c65446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63efb3d04b438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19341ce17e4fe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7a5aed601348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7570A5-A48A-438E-AEB6-9C74ECDFFF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49A4EF9-52A0-4090-B76A-687B2A86EC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6C88702-AED2-4518-8778-3737EB1173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E3DE57-E836-4E06-9AF9-DAF07D4CF0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8972226-4C98-4150-9667-335922C88B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70B0D9-FE8F-4B01-9988-4120B64588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90A7E4-3C14-4061-B263-04E7824496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4B787FF-5BD1-446A-8074-41C736866A8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6D047D-4A33-4DB4-8945-C68A159B0D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F1C5B1-F69E-41AF-8EDE-BF6E2FFF4B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cbc2e3870645f0" /><Relationship Type="http://schemas.openxmlformats.org/officeDocument/2006/relationships/slideLayout" Target="/ppt/slideLayouts/slideLayout1.xml" Id="R1c53a850063d4c2a" /><Relationship Type="http://schemas.openxmlformats.org/officeDocument/2006/relationships/slideLayout" Target="/ppt/slideLayouts/slideLayout2.xml" Id="R8eb359939ffc4d95" /><Relationship Type="http://schemas.openxmlformats.org/officeDocument/2006/relationships/slideLayout" Target="/ppt/slideLayouts/slideLayout3.xml" Id="R66bdb4b0fe1646f4" /><Relationship Type="http://schemas.openxmlformats.org/officeDocument/2006/relationships/slideLayout" Target="/ppt/slideLayouts/slideLayout4.xml" Id="R7a202113f1b84221" /><Relationship Type="http://schemas.openxmlformats.org/officeDocument/2006/relationships/slideLayout" Target="/ppt/slideLayouts/slideLayout5.xml" Id="Rd7732b6dbcc64ede" /><Relationship Type="http://schemas.openxmlformats.org/officeDocument/2006/relationships/slideLayout" Target="/ppt/slideLayouts/slideLayout6.xml" Id="Ra8e9f57634154b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53a850063d4c2a"/>
    <p:sldLayoutId xmlns:r="http://schemas.openxmlformats.org/officeDocument/2006/relationships" id="2147483650" r:id="R8eb359939ffc4d95"/>
    <p:sldLayoutId xmlns:r="http://schemas.openxmlformats.org/officeDocument/2006/relationships" id="2147483651" r:id="R66bdb4b0fe1646f4"/>
    <p:sldLayoutId xmlns:r="http://schemas.openxmlformats.org/officeDocument/2006/relationships" id="2147483652" r:id="R7a202113f1b84221"/>
    <p:sldLayoutId xmlns:r="http://schemas.openxmlformats.org/officeDocument/2006/relationships" id="2147483653" r:id="Rd7732b6dbcc64ede"/>
    <p:sldLayoutId xmlns:r="http://schemas.openxmlformats.org/officeDocument/2006/relationships" id="2147483654" r:id="Ra8e9f57634154b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272945d1e64ff5" /><Relationship Type="http://schemas.openxmlformats.org/officeDocument/2006/relationships/notesSlide" Target="/ppt/notesSlides/notesSlide1.xml" Id="R002b89e013794e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c87547a9224831" /><Relationship Type="http://schemas.openxmlformats.org/officeDocument/2006/relationships/notesSlide" Target="/ppt/notesSlides/notesSlide2.xml" Id="Rabab1a0dffa945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70d538db7a4265" /><Relationship Type="http://schemas.openxmlformats.org/officeDocument/2006/relationships/notesSlide" Target="/ppt/notesSlides/notesSlide3.xml" Id="R831419b3dcef4d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07982b6b3443bf" /><Relationship Type="http://schemas.openxmlformats.org/officeDocument/2006/relationships/notesSlide" Target="/ppt/notesSlides/notesSlide4.xml" Id="R5fb319ebee4642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9463e6a863492a" /><Relationship Type="http://schemas.openxmlformats.org/officeDocument/2006/relationships/image" Target="/ppt/media/image.png" Id="R65ad16de674c467c" /><Relationship Type="http://schemas.openxmlformats.org/officeDocument/2006/relationships/notesSlide" Target="/ppt/notesSlides/notesSlide5.xml" Id="R0dfdcdef5ca741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375d652884435a" /><Relationship Type="http://schemas.openxmlformats.org/officeDocument/2006/relationships/notesSlide" Target="/ppt/notesSlides/notesSlide6.xml" Id="R282d492d99da47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44308c54704e98" /><Relationship Type="http://schemas.openxmlformats.org/officeDocument/2006/relationships/notesSlide" Target="/ppt/notesSlides/notesSlide7.xml" Id="R90837fbaa08044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acda6ecd264fa1" /><Relationship Type="http://schemas.openxmlformats.org/officeDocument/2006/relationships/notesSlide" Target="/ppt/notesSlides/notesSlide8.xml" Id="Re71946a0bca34d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368ccf13b04ea7" /><Relationship Type="http://schemas.openxmlformats.org/officeDocument/2006/relationships/notesSlide" Target="/ppt/notesSlides/notesSlide9.xml" Id="R444f0c1a16534d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e4fe1555b548bb" /><Relationship Type="http://schemas.openxmlformats.org/officeDocument/2006/relationships/notesSlide" Target="/ppt/notesSlides/notesSlide10.xml" Id="Rb176a911b7de4e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fa5227fae14064" /><Relationship Type="http://schemas.openxmlformats.org/officeDocument/2006/relationships/image" Target="/ppt/media/image2.png" Id="R89147554eafb4d45" /><Relationship Type="http://schemas.openxmlformats.org/officeDocument/2006/relationships/image" Target="/ppt/media/image3.png" Id="R72347d95c4634479" /><Relationship Type="http://schemas.openxmlformats.org/officeDocument/2006/relationships/notesSlide" Target="/ppt/notesSlides/notesSlide11.xml" Id="R842ba065d1d646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2b8069af5e4773" /><Relationship Type="http://schemas.openxmlformats.org/officeDocument/2006/relationships/image" Target="/ppt/media/image4.png" Id="Rd8527b2b72654635" /><Relationship Type="http://schemas.openxmlformats.org/officeDocument/2006/relationships/image" Target="/ppt/media/image5.png" Id="R55022b51e0da4878" /><Relationship Type="http://schemas.openxmlformats.org/officeDocument/2006/relationships/notesSlide" Target="/ppt/notesSlides/notesSlide12.xml" Id="R70db6a70881b45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08fc3f0f1e4813" /><Relationship Type="http://schemas.openxmlformats.org/officeDocument/2006/relationships/image" Target="/ppt/media/image6.png" Id="R7f76ac4d05014068" /><Relationship Type="http://schemas.openxmlformats.org/officeDocument/2006/relationships/notesSlide" Target="/ppt/notesSlides/notesSlide13.xml" Id="Ra4a8e58850b8461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33ef4a5e534cf1" /><Relationship Type="http://schemas.openxmlformats.org/officeDocument/2006/relationships/image" Target="/ppt/media/image7.png" Id="Rde6debe7f22846f6" /><Relationship Type="http://schemas.openxmlformats.org/officeDocument/2006/relationships/notesSlide" Target="/ppt/notesSlides/notesSlide14.xml" Id="R7845fd4738ff4db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1c31590a994eec" /><Relationship Type="http://schemas.openxmlformats.org/officeDocument/2006/relationships/notesSlide" Target="/ppt/notesSlides/notesSlide15.xml" Id="R4c37f9b84e0d428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6b6f67d3b04a5a" /><Relationship Type="http://schemas.openxmlformats.org/officeDocument/2006/relationships/notesSlide" Target="/ppt/notesSlides/notesSlide16.xml" Id="R19c5c9f97f4242b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2a203d6bbb472f" /><Relationship Type="http://schemas.openxmlformats.org/officeDocument/2006/relationships/notesSlide" Target="/ppt/notesSlides/notesSlide17.xml" Id="Ra9c8abbd4eab4a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04DEE-C04B-4DC1-B047-DB037CA6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75" b="1">
                <a:solidFill>
                  <a:srgbClr val="172B42"/>
                </a:solidFill>
              </a:defRPr>
            </a:defPPr>
            <a:lvl1pPr algn="l">
              <a:defRPr sz="3375" b="1">
                <a:solidFill>
                  <a:srgbClr val="172B42"/>
                </a:solidFill>
              </a:defRPr>
            </a:lvl1pPr>
            <a:lvl2pPr algn="l">
              <a:defRPr sz="3375" b="1">
                <a:solidFill>
                  <a:srgbClr val="172B42"/>
                </a:solidFill>
              </a:defRPr>
            </a:lvl2pPr>
            <a:lvl3pPr algn="l">
              <a:defRPr sz="3375" b="1">
                <a:solidFill>
                  <a:srgbClr val="172B42"/>
                </a:solidFill>
              </a:defRPr>
            </a:lvl3pPr>
            <a:lvl4pPr algn="l">
              <a:defRPr sz="3375" b="1">
                <a:solidFill>
                  <a:srgbClr val="172B42"/>
                </a:solidFill>
              </a:defRPr>
            </a:lvl4pPr>
            <a:lvl5pPr algn="l">
              <a:defRPr sz="3375" b="1">
                <a:solidFill>
                  <a:srgbClr val="172B42"/>
                </a:solidFill>
              </a:defRPr>
            </a:lvl5pPr>
            <a:lvl6pPr algn="l">
              <a:defRPr sz="3375" b="1">
                <a:solidFill>
                  <a:srgbClr val="172B42"/>
                </a:solidFill>
              </a:defRPr>
            </a:lvl6pPr>
            <a:lvl7pPr algn="l">
              <a:defRPr sz="3375" b="1">
                <a:solidFill>
                  <a:srgbClr val="172B42"/>
                </a:solidFill>
              </a:defRPr>
            </a:lvl7pPr>
            <a:lvl8pPr algn="l">
              <a:defRPr sz="3375" b="1">
                <a:solidFill>
                  <a:srgbClr val="172B42"/>
                </a:solidFill>
              </a:defRPr>
            </a:lvl8pPr>
            <a:lvl9pPr algn="l">
              <a:defRPr sz="337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3375" b="1">
                <a:solidFill>
                  <a:srgbClr val="172B42"/>
                </a:solidFill>
              </a:defRPr>
            </a:pPr>
            <a:r>
              <a:rPr sz="3375" b="1">
                <a:solidFill>
                  <a:srgbClr val="172B42"/>
                </a:solidFill>
              </a:rPr>
              <a:t>Predictive Remaining Useful Life</a:t>
            </a:r>
          </a:p>
          <a:p xmlns:a="http://schemas.openxmlformats.org/drawingml/2006/main">
            <a:pPr algn="l">
              <a:defRPr sz="3375" b="1">
                <a:solidFill>
                  <a:srgbClr val="172B42"/>
                </a:solidFill>
              </a:defRPr>
            </a:pPr>
            <a:r>
              <a:rPr sz="3375" b="1">
                <a:solidFill>
                  <a:srgbClr val="172B42"/>
                </a:solidFill>
              </a:rPr>
              <a:t>Estimation of Aircraft Turbofan Engines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1468E-CD5B-403E-963C-D483D63F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A668D"/>
                </a:solidFill>
              </a:defRPr>
            </a:defPPr>
            <a:lvl1pPr algn="l">
              <a:defRPr sz="2025" b="0">
                <a:solidFill>
                  <a:srgbClr val="2A668D"/>
                </a:solidFill>
              </a:defRPr>
            </a:lvl1pPr>
            <a:lvl2pPr algn="l">
              <a:defRPr sz="2025" b="0">
                <a:solidFill>
                  <a:srgbClr val="2A668D"/>
                </a:solidFill>
              </a:defRPr>
            </a:lvl2pPr>
            <a:lvl3pPr algn="l">
              <a:defRPr sz="2025" b="0">
                <a:solidFill>
                  <a:srgbClr val="2A668D"/>
                </a:solidFill>
              </a:defRPr>
            </a:lvl3pPr>
            <a:lvl4pPr algn="l">
              <a:defRPr sz="2025" b="0">
                <a:solidFill>
                  <a:srgbClr val="2A668D"/>
                </a:solidFill>
              </a:defRPr>
            </a:lvl4pPr>
            <a:lvl5pPr algn="l">
              <a:defRPr sz="2025" b="0">
                <a:solidFill>
                  <a:srgbClr val="2A668D"/>
                </a:solidFill>
              </a:defRPr>
            </a:lvl5pPr>
            <a:lvl6pPr algn="l">
              <a:defRPr sz="2025" b="0">
                <a:solidFill>
                  <a:srgbClr val="2A668D"/>
                </a:solidFill>
              </a:defRPr>
            </a:lvl6pPr>
            <a:lvl7pPr algn="l">
              <a:defRPr sz="2025" b="0">
                <a:solidFill>
                  <a:srgbClr val="2A668D"/>
                </a:solidFill>
              </a:defRPr>
            </a:lvl7pPr>
            <a:lvl8pPr algn="l">
              <a:defRPr sz="2025" b="0">
                <a:solidFill>
                  <a:srgbClr val="2A668D"/>
                </a:solidFill>
              </a:defRPr>
            </a:lvl8pPr>
            <a:lvl9pPr algn="l">
              <a:defRPr sz="2025" b="0">
                <a:solidFill>
                  <a:srgbClr val="2A668D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A668D"/>
                </a:solidFill>
              </a:defRPr>
            </a:pPr>
            <a:r>
              <a:rPr sz="2025" b="0">
                <a:solidFill>
                  <a:srgbClr val="2A668D"/>
                </a:solidFill>
              </a:rPr>
              <a:t>Machine Learning Group Activity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C4AF2-8664-47C1-8B42-46A6E904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B Tech Computer Science and Engineering Data Science  |  Semester 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1CCC1-5D0C-456D-A05D-6137F421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5A6875"/>
                </a:solidFill>
              </a:defRPr>
            </a:defPPr>
            <a:lvl1pPr algn="l">
              <a:defRPr sz="1650" b="0">
                <a:solidFill>
                  <a:srgbClr val="5A6875"/>
                </a:solidFill>
              </a:defRPr>
            </a:lvl1pPr>
            <a:lvl2pPr algn="l">
              <a:defRPr sz="1650" b="0">
                <a:solidFill>
                  <a:srgbClr val="5A6875"/>
                </a:solidFill>
              </a:defRPr>
            </a:lvl2pPr>
            <a:lvl3pPr algn="l">
              <a:defRPr sz="1650" b="0">
                <a:solidFill>
                  <a:srgbClr val="5A6875"/>
                </a:solidFill>
              </a:defRPr>
            </a:lvl3pPr>
            <a:lvl4pPr algn="l">
              <a:defRPr sz="1650" b="0">
                <a:solidFill>
                  <a:srgbClr val="5A6875"/>
                </a:solidFill>
              </a:defRPr>
            </a:lvl4pPr>
            <a:lvl5pPr algn="l">
              <a:defRPr sz="1650" b="0">
                <a:solidFill>
                  <a:srgbClr val="5A6875"/>
                </a:solidFill>
              </a:defRPr>
            </a:lvl5pPr>
            <a:lvl6pPr algn="l">
              <a:defRPr sz="1650" b="0">
                <a:solidFill>
                  <a:srgbClr val="5A6875"/>
                </a:solidFill>
              </a:defRPr>
            </a:lvl6pPr>
            <a:lvl7pPr algn="l">
              <a:defRPr sz="1650" b="0">
                <a:solidFill>
                  <a:srgbClr val="5A6875"/>
                </a:solidFill>
              </a:defRPr>
            </a:lvl7pPr>
            <a:lvl8pPr algn="l">
              <a:defRPr sz="1650" b="0">
                <a:solidFill>
                  <a:srgbClr val="5A6875"/>
                </a:solidFill>
              </a:defRPr>
            </a:lvl8pPr>
            <a:lvl9pPr algn="l">
              <a:defRPr sz="1650" b="0">
                <a:solidFill>
                  <a:srgbClr val="5A6875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A6875"/>
                </a:solidFill>
              </a:defRPr>
            </a:pPr>
            <a:r>
              <a:rPr sz="1650" b="0">
                <a:solidFill>
                  <a:srgbClr val="5A6875"/>
                </a:solidFill>
              </a:rPr>
              <a:t>Mentor: Abhay Kolhe</a:t>
            </a:r>
          </a:p>
        </p:txBody>
      </p:sp>
    </p:spTree>
    <p:extLst>
      <p:ext uri="{BB962C8B-B14F-4D97-AF65-F5344CB8AC3E}">
        <p14:creationId xmlns:p14="http://schemas.microsoft.com/office/powerpoint/2010/main" val="14088600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5A7C0-DB87-4AE9-808F-CA8ECCC6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72B42"/>
                </a:solidFill>
              </a:defRPr>
            </a:defPPr>
            <a:lvl1pPr algn="l">
              <a:defRPr sz="2625" b="1">
                <a:solidFill>
                  <a:srgbClr val="172B42"/>
                </a:solidFill>
              </a:defRPr>
            </a:lvl1pPr>
            <a:lvl2pPr algn="l">
              <a:defRPr sz="2625" b="1">
                <a:solidFill>
                  <a:srgbClr val="172B42"/>
                </a:solidFill>
              </a:defRPr>
            </a:lvl2pPr>
            <a:lvl3pPr algn="l">
              <a:defRPr sz="2625" b="1">
                <a:solidFill>
                  <a:srgbClr val="172B42"/>
                </a:solidFill>
              </a:defRPr>
            </a:lvl3pPr>
            <a:lvl4pPr algn="l">
              <a:defRPr sz="2625" b="1">
                <a:solidFill>
                  <a:srgbClr val="172B42"/>
                </a:solidFill>
              </a:defRPr>
            </a:lvl4pPr>
            <a:lvl5pPr algn="l">
              <a:defRPr sz="2625" b="1">
                <a:solidFill>
                  <a:srgbClr val="172B42"/>
                </a:solidFill>
              </a:defRPr>
            </a:lvl5pPr>
            <a:lvl6pPr algn="l">
              <a:defRPr sz="2625" b="1">
                <a:solidFill>
                  <a:srgbClr val="172B42"/>
                </a:solidFill>
              </a:defRPr>
            </a:lvl6pPr>
            <a:lvl7pPr algn="l">
              <a:defRPr sz="2625" b="1">
                <a:solidFill>
                  <a:srgbClr val="172B42"/>
                </a:solidFill>
              </a:defRPr>
            </a:lvl7pPr>
            <a:lvl8pPr algn="l">
              <a:defRPr sz="2625" b="1">
                <a:solidFill>
                  <a:srgbClr val="172B42"/>
                </a:solidFill>
              </a:defRPr>
            </a:lvl8pPr>
            <a:lvl9pPr algn="l">
              <a:defRPr sz="26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42"/>
                </a:solidFill>
              </a:defRPr>
            </a:pPr>
            <a:r>
              <a:rPr sz="2625" b="1">
                <a:solidFill>
                  <a:srgbClr val="172B42"/>
                </a:solidFill>
              </a:rPr>
              <a:t>Problem and 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C8AEF-F6AE-4B14-B8C7-6D9F627F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2B42"/>
                </a:solidFill>
              </a:defRPr>
            </a:defPPr>
            <a:lvl1pPr algn="l">
              <a:defRPr sz="2025" b="1">
                <a:solidFill>
                  <a:srgbClr val="172B42"/>
                </a:solidFill>
              </a:defRPr>
            </a:lvl1pPr>
            <a:lvl2pPr algn="l">
              <a:defRPr sz="2025" b="1">
                <a:solidFill>
                  <a:srgbClr val="172B42"/>
                </a:solidFill>
              </a:defRPr>
            </a:lvl2pPr>
            <a:lvl3pPr algn="l">
              <a:defRPr sz="2025" b="1">
                <a:solidFill>
                  <a:srgbClr val="172B42"/>
                </a:solidFill>
              </a:defRPr>
            </a:lvl3pPr>
            <a:lvl4pPr algn="l">
              <a:defRPr sz="2025" b="1">
                <a:solidFill>
                  <a:srgbClr val="172B42"/>
                </a:solidFill>
              </a:defRPr>
            </a:lvl4pPr>
            <a:lvl5pPr algn="l">
              <a:defRPr sz="2025" b="1">
                <a:solidFill>
                  <a:srgbClr val="172B42"/>
                </a:solidFill>
              </a:defRPr>
            </a:lvl5pPr>
            <a:lvl6pPr algn="l">
              <a:defRPr sz="2025" b="1">
                <a:solidFill>
                  <a:srgbClr val="172B42"/>
                </a:solidFill>
              </a:defRPr>
            </a:lvl6pPr>
            <a:lvl7pPr algn="l">
              <a:defRPr sz="2025" b="1">
                <a:solidFill>
                  <a:srgbClr val="172B42"/>
                </a:solidFill>
              </a:defRPr>
            </a:lvl7pPr>
            <a:lvl8pPr algn="l">
              <a:defRPr sz="2025" b="1">
                <a:solidFill>
                  <a:srgbClr val="172B42"/>
                </a:solidFill>
              </a:defRPr>
            </a:lvl8pPr>
            <a:lvl9pPr algn="l"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B0398-9F04-465E-8851-781258E9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0">
                <a:solidFill>
                  <a:srgbClr val="344454"/>
                </a:solidFill>
              </a:defRPr>
            </a:defPPr>
            <a:lvl1pPr algn="l">
              <a:defRPr sz="2250" b="0">
                <a:solidFill>
                  <a:srgbClr val="344454"/>
                </a:solidFill>
              </a:defRPr>
            </a:lvl1pPr>
            <a:lvl2pPr algn="l">
              <a:defRPr sz="2250" b="0">
                <a:solidFill>
                  <a:srgbClr val="344454"/>
                </a:solidFill>
              </a:defRPr>
            </a:lvl2pPr>
            <a:lvl3pPr algn="l">
              <a:defRPr sz="2250" b="0">
                <a:solidFill>
                  <a:srgbClr val="344454"/>
                </a:solidFill>
              </a:defRPr>
            </a:lvl3pPr>
            <a:lvl4pPr algn="l">
              <a:defRPr sz="2250" b="0">
                <a:solidFill>
                  <a:srgbClr val="344454"/>
                </a:solidFill>
              </a:defRPr>
            </a:lvl4pPr>
            <a:lvl5pPr algn="l">
              <a:defRPr sz="2250" b="0">
                <a:solidFill>
                  <a:srgbClr val="344454"/>
                </a:solidFill>
              </a:defRPr>
            </a:lvl5pPr>
            <a:lvl6pPr algn="l">
              <a:defRPr sz="2250" b="0">
                <a:solidFill>
                  <a:srgbClr val="344454"/>
                </a:solidFill>
              </a:defRPr>
            </a:lvl6pPr>
            <a:lvl7pPr algn="l">
              <a:defRPr sz="2250" b="0">
                <a:solidFill>
                  <a:srgbClr val="344454"/>
                </a:solidFill>
              </a:defRPr>
            </a:lvl7pPr>
            <a:lvl8pPr algn="l">
              <a:defRPr sz="2250" b="0">
                <a:solidFill>
                  <a:srgbClr val="344454"/>
                </a:solidFill>
              </a:defRPr>
            </a:lvl8pPr>
            <a:lvl9pPr algn="l">
              <a:defRPr sz="22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344454"/>
                </a:solidFill>
              </a:defRPr>
            </a:pPr>
            <a:r>
              <a:rPr sz="2250" b="0">
                <a:solidFill>
                  <a:srgbClr val="344454"/>
                </a:solidFill>
              </a:rPr>
              <a:t>Given an engine’s sensor history up to today, how many operating cycles remain before simulated failure?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B0C6A-5641-40DE-B306-B618606C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2B42"/>
                </a:solidFill>
              </a:defRPr>
            </a:defPPr>
            <a:lvl1pPr algn="l">
              <a:defRPr sz="2025" b="1">
                <a:solidFill>
                  <a:srgbClr val="172B42"/>
                </a:solidFill>
              </a:defRPr>
            </a:lvl1pPr>
            <a:lvl2pPr algn="l">
              <a:defRPr sz="2025" b="1">
                <a:solidFill>
                  <a:srgbClr val="172B42"/>
                </a:solidFill>
              </a:defRPr>
            </a:lvl2pPr>
            <a:lvl3pPr algn="l">
              <a:defRPr sz="2025" b="1">
                <a:solidFill>
                  <a:srgbClr val="172B42"/>
                </a:solidFill>
              </a:defRPr>
            </a:lvl3pPr>
            <a:lvl4pPr algn="l">
              <a:defRPr sz="2025" b="1">
                <a:solidFill>
                  <a:srgbClr val="172B42"/>
                </a:solidFill>
              </a:defRPr>
            </a:lvl4pPr>
            <a:lvl5pPr algn="l">
              <a:defRPr sz="2025" b="1">
                <a:solidFill>
                  <a:srgbClr val="172B42"/>
                </a:solidFill>
              </a:defRPr>
            </a:lvl5pPr>
            <a:lvl6pPr algn="l">
              <a:defRPr sz="2025" b="1">
                <a:solidFill>
                  <a:srgbClr val="172B42"/>
                </a:solidFill>
              </a:defRPr>
            </a:lvl6pPr>
            <a:lvl7pPr algn="l">
              <a:defRPr sz="2025" b="1">
                <a:solidFill>
                  <a:srgbClr val="172B42"/>
                </a:solidFill>
              </a:defRPr>
            </a:lvl7pPr>
            <a:lvl8pPr algn="l">
              <a:defRPr sz="2025" b="1">
                <a:solidFill>
                  <a:srgbClr val="172B42"/>
                </a:solidFill>
              </a:defRPr>
            </a:lvl8pPr>
            <a:lvl9pPr algn="l"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Learning task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6557C-7598-40AB-96C9-2AF5EE1D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10191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Supervised regression. One numerical RUL prediction is evaluated at the final observed cycle of each official test engine.</a:t>
            </a:r>
          </a:p>
        </p:txBody>
      </p:sp>
    </p:spTree>
    <p:extLst>
      <p:ext uri="{BB962C8B-B14F-4D97-AF65-F5344CB8AC3E}">
        <p14:creationId xmlns:p14="http://schemas.microsoft.com/office/powerpoint/2010/main" val="20678233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F5C24-99CE-46EF-A836-A142C6FB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72B42"/>
                </a:solidFill>
              </a:defRPr>
            </a:defPPr>
            <a:lvl1pPr algn="l">
              <a:defRPr sz="2625" b="1">
                <a:solidFill>
                  <a:srgbClr val="172B42"/>
                </a:solidFill>
              </a:defRPr>
            </a:lvl1pPr>
            <a:lvl2pPr algn="l">
              <a:defRPr sz="2625" b="1">
                <a:solidFill>
                  <a:srgbClr val="172B42"/>
                </a:solidFill>
              </a:defRPr>
            </a:lvl2pPr>
            <a:lvl3pPr algn="l">
              <a:defRPr sz="2625" b="1">
                <a:solidFill>
                  <a:srgbClr val="172B42"/>
                </a:solidFill>
              </a:defRPr>
            </a:lvl3pPr>
            <a:lvl4pPr algn="l">
              <a:defRPr sz="2625" b="1">
                <a:solidFill>
                  <a:srgbClr val="172B42"/>
                </a:solidFill>
              </a:defRPr>
            </a:lvl4pPr>
            <a:lvl5pPr algn="l">
              <a:defRPr sz="2625" b="1">
                <a:solidFill>
                  <a:srgbClr val="172B42"/>
                </a:solidFill>
              </a:defRPr>
            </a:lvl5pPr>
            <a:lvl6pPr algn="l">
              <a:defRPr sz="2625" b="1">
                <a:solidFill>
                  <a:srgbClr val="172B42"/>
                </a:solidFill>
              </a:defRPr>
            </a:lvl6pPr>
            <a:lvl7pPr algn="l">
              <a:defRPr sz="2625" b="1">
                <a:solidFill>
                  <a:srgbClr val="172B42"/>
                </a:solidFill>
              </a:defRPr>
            </a:lvl7pPr>
            <a:lvl8pPr algn="l">
              <a:defRPr sz="2625" b="1">
                <a:solidFill>
                  <a:srgbClr val="172B42"/>
                </a:solidFill>
              </a:defRPr>
            </a:lvl8pPr>
            <a:lvl9pPr algn="l">
              <a:defRPr sz="26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42"/>
                </a:solidFill>
              </a:defRPr>
            </a:pPr>
            <a:r>
              <a:rPr sz="2625" b="1">
                <a:solidFill>
                  <a:srgbClr val="172B42"/>
                </a:solidFill>
              </a:rPr>
              <a:t>Dataset and source files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28EF0-CFA4-48DD-AFB9-0BD9D912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2B42"/>
                </a:solidFill>
              </a:defRPr>
            </a:defPPr>
            <a:lvl1pPr algn="l">
              <a:defRPr sz="2025" b="1">
                <a:solidFill>
                  <a:srgbClr val="172B42"/>
                </a:solidFill>
              </a:defRPr>
            </a:lvl1pPr>
            <a:lvl2pPr algn="l">
              <a:defRPr sz="2025" b="1">
                <a:solidFill>
                  <a:srgbClr val="172B42"/>
                </a:solidFill>
              </a:defRPr>
            </a:lvl2pPr>
            <a:lvl3pPr algn="l">
              <a:defRPr sz="2025" b="1">
                <a:solidFill>
                  <a:srgbClr val="172B42"/>
                </a:solidFill>
              </a:defRPr>
            </a:lvl3pPr>
            <a:lvl4pPr algn="l">
              <a:defRPr sz="2025" b="1">
                <a:solidFill>
                  <a:srgbClr val="172B42"/>
                </a:solidFill>
              </a:defRPr>
            </a:lvl4pPr>
            <a:lvl5pPr algn="l">
              <a:defRPr sz="2025" b="1">
                <a:solidFill>
                  <a:srgbClr val="172B42"/>
                </a:solidFill>
              </a:defRPr>
            </a:lvl5pPr>
            <a:lvl6pPr algn="l">
              <a:defRPr sz="2025" b="1">
                <a:solidFill>
                  <a:srgbClr val="172B42"/>
                </a:solidFill>
              </a:defRPr>
            </a:lvl6pPr>
            <a:lvl7pPr algn="l">
              <a:defRPr sz="2025" b="1">
                <a:solidFill>
                  <a:srgbClr val="172B42"/>
                </a:solidFill>
              </a:defRPr>
            </a:lvl7pPr>
            <a:lvl8pPr algn="l">
              <a:defRPr sz="2025" b="1">
                <a:solidFill>
                  <a:srgbClr val="172B42"/>
                </a:solidFill>
              </a:defRPr>
            </a:lvl8pPr>
            <a:lvl9pPr algn="l"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Four subsets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1E64F-0957-4D93-9709-F4C59403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FD001 and FD003: one operating condition</a:t>
            </a:r>
          </a:p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FD002 and FD004: six operating conditions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33B47-F54E-4527-A6FB-C9DE16C2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2B42"/>
                </a:solidFill>
              </a:defRPr>
            </a:defPPr>
            <a:lvl1pPr algn="l">
              <a:defRPr sz="2025" b="1">
                <a:solidFill>
                  <a:srgbClr val="172B42"/>
                </a:solidFill>
              </a:defRPr>
            </a:lvl1pPr>
            <a:lvl2pPr algn="l">
              <a:defRPr sz="2025" b="1">
                <a:solidFill>
                  <a:srgbClr val="172B42"/>
                </a:solidFill>
              </a:defRPr>
            </a:lvl2pPr>
            <a:lvl3pPr algn="l">
              <a:defRPr sz="2025" b="1">
                <a:solidFill>
                  <a:srgbClr val="172B42"/>
                </a:solidFill>
              </a:defRPr>
            </a:lvl3pPr>
            <a:lvl4pPr algn="l">
              <a:defRPr sz="2025" b="1">
                <a:solidFill>
                  <a:srgbClr val="172B42"/>
                </a:solidFill>
              </a:defRPr>
            </a:lvl4pPr>
            <a:lvl5pPr algn="l">
              <a:defRPr sz="2025" b="1">
                <a:solidFill>
                  <a:srgbClr val="172B42"/>
                </a:solidFill>
              </a:defRPr>
            </a:lvl5pPr>
            <a:lvl6pPr algn="l">
              <a:defRPr sz="2025" b="1">
                <a:solidFill>
                  <a:srgbClr val="172B42"/>
                </a:solidFill>
              </a:defRPr>
            </a:lvl6pPr>
            <a:lvl7pPr algn="l">
              <a:defRPr sz="2025" b="1">
                <a:solidFill>
                  <a:srgbClr val="172B42"/>
                </a:solidFill>
              </a:defRPr>
            </a:lvl7pPr>
            <a:lvl8pPr algn="l">
              <a:defRPr sz="2025" b="1">
                <a:solidFill>
                  <a:srgbClr val="172B42"/>
                </a:solidFill>
              </a:defRPr>
            </a:lvl8pPr>
            <a:lvl9pPr algn="l"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Each raw row has 26 numeric fields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3BA02-0539-425D-8A62-C753C381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Engine ID, cycle, 3 operating settings and 21 sensor measurements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02637-652D-4050-966C-9C205F78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1028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Training trajectories reach failure. Test trajectories stop early. A separate RUL file supplies one answer per test engine.</a:t>
            </a:r>
          </a:p>
        </p:txBody>
      </p:sp>
    </p:spTree>
    <p:extLst>
      <p:ext uri="{BB962C8B-B14F-4D97-AF65-F5344CB8AC3E}">
        <p14:creationId xmlns:p14="http://schemas.microsoft.com/office/powerpoint/2010/main" val="739531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79CF79-AC97-4312-9894-D98D695A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72B42"/>
                </a:solidFill>
              </a:defRPr>
            </a:defPPr>
            <a:lvl1pPr algn="l">
              <a:defRPr sz="2625" b="1">
                <a:solidFill>
                  <a:srgbClr val="172B42"/>
                </a:solidFill>
              </a:defRPr>
            </a:lvl1pPr>
            <a:lvl2pPr algn="l">
              <a:defRPr sz="2625" b="1">
                <a:solidFill>
                  <a:srgbClr val="172B42"/>
                </a:solidFill>
              </a:defRPr>
            </a:lvl2pPr>
            <a:lvl3pPr algn="l">
              <a:defRPr sz="2625" b="1">
                <a:solidFill>
                  <a:srgbClr val="172B42"/>
                </a:solidFill>
              </a:defRPr>
            </a:lvl3pPr>
            <a:lvl4pPr algn="l">
              <a:defRPr sz="2625" b="1">
                <a:solidFill>
                  <a:srgbClr val="172B42"/>
                </a:solidFill>
              </a:defRPr>
            </a:lvl4pPr>
            <a:lvl5pPr algn="l">
              <a:defRPr sz="2625" b="1">
                <a:solidFill>
                  <a:srgbClr val="172B42"/>
                </a:solidFill>
              </a:defRPr>
            </a:lvl5pPr>
            <a:lvl6pPr algn="l">
              <a:defRPr sz="2625" b="1">
                <a:solidFill>
                  <a:srgbClr val="172B42"/>
                </a:solidFill>
              </a:defRPr>
            </a:lvl6pPr>
            <a:lvl7pPr algn="l">
              <a:defRPr sz="2625" b="1">
                <a:solidFill>
                  <a:srgbClr val="172B42"/>
                </a:solidFill>
              </a:defRPr>
            </a:lvl7pPr>
            <a:lvl8pPr algn="l">
              <a:defRPr sz="2625" b="1">
                <a:solidFill>
                  <a:srgbClr val="172B42"/>
                </a:solidFill>
              </a:defRPr>
            </a:lvl8pPr>
            <a:lvl9pPr algn="l">
              <a:defRPr sz="26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42"/>
                </a:solidFill>
              </a:defRPr>
            </a:pPr>
            <a:r>
              <a:rPr sz="2625" b="1">
                <a:solidFill>
                  <a:srgbClr val="172B42"/>
                </a:solidFill>
              </a:rPr>
              <a:t>Dataset size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223B1-EC4F-49DA-9588-417C4842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172B42"/>
                </a:solidFill>
              </a:defRPr>
            </a:defPPr>
            <a:lvl1pPr algn="l">
              <a:defRPr sz="1725" b="1">
                <a:solidFill>
                  <a:srgbClr val="172B42"/>
                </a:solidFill>
              </a:defRPr>
            </a:lvl1pPr>
            <a:lvl2pPr algn="l">
              <a:defRPr sz="1725" b="1">
                <a:solidFill>
                  <a:srgbClr val="172B42"/>
                </a:solidFill>
              </a:defRPr>
            </a:lvl2pPr>
            <a:lvl3pPr algn="l">
              <a:defRPr sz="1725" b="1">
                <a:solidFill>
                  <a:srgbClr val="172B42"/>
                </a:solidFill>
              </a:defRPr>
            </a:lvl3pPr>
            <a:lvl4pPr algn="l">
              <a:defRPr sz="1725" b="1">
                <a:solidFill>
                  <a:srgbClr val="172B42"/>
                </a:solidFill>
              </a:defRPr>
            </a:lvl4pPr>
            <a:lvl5pPr algn="l">
              <a:defRPr sz="1725" b="1">
                <a:solidFill>
                  <a:srgbClr val="172B42"/>
                </a:solidFill>
              </a:defRPr>
            </a:lvl5pPr>
            <a:lvl6pPr algn="l">
              <a:defRPr sz="1725" b="1">
                <a:solidFill>
                  <a:srgbClr val="172B42"/>
                </a:solidFill>
              </a:defRPr>
            </a:lvl6pPr>
            <a:lvl7pPr algn="l">
              <a:defRPr sz="1725" b="1">
                <a:solidFill>
                  <a:srgbClr val="172B42"/>
                </a:solidFill>
              </a:defRPr>
            </a:lvl7pPr>
            <a:lvl8pPr algn="l">
              <a:defRPr sz="1725" b="1">
                <a:solidFill>
                  <a:srgbClr val="172B42"/>
                </a:solidFill>
              </a:defRPr>
            </a:lvl8pPr>
            <a:lvl9pPr algn="l">
              <a:defRPr sz="17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2B42"/>
                </a:solidFill>
              </a:defRPr>
            </a:pPr>
            <a:r>
              <a:rPr sz="1725" b="1">
                <a:solidFill>
                  <a:srgbClr val="172B42"/>
                </a:solidFill>
              </a:rPr>
              <a:t>Subset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46C38-016D-4327-8583-81CAE987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6192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172B42"/>
                </a:solidFill>
              </a:defRPr>
            </a:defPPr>
            <a:lvl1pPr algn="l">
              <a:defRPr sz="1725" b="1">
                <a:solidFill>
                  <a:srgbClr val="172B42"/>
                </a:solidFill>
              </a:defRPr>
            </a:lvl1pPr>
            <a:lvl2pPr algn="l">
              <a:defRPr sz="1725" b="1">
                <a:solidFill>
                  <a:srgbClr val="172B42"/>
                </a:solidFill>
              </a:defRPr>
            </a:lvl2pPr>
            <a:lvl3pPr algn="l">
              <a:defRPr sz="1725" b="1">
                <a:solidFill>
                  <a:srgbClr val="172B42"/>
                </a:solidFill>
              </a:defRPr>
            </a:lvl3pPr>
            <a:lvl4pPr algn="l">
              <a:defRPr sz="1725" b="1">
                <a:solidFill>
                  <a:srgbClr val="172B42"/>
                </a:solidFill>
              </a:defRPr>
            </a:lvl4pPr>
            <a:lvl5pPr algn="l">
              <a:defRPr sz="1725" b="1">
                <a:solidFill>
                  <a:srgbClr val="172B42"/>
                </a:solidFill>
              </a:defRPr>
            </a:lvl5pPr>
            <a:lvl6pPr algn="l">
              <a:defRPr sz="1725" b="1">
                <a:solidFill>
                  <a:srgbClr val="172B42"/>
                </a:solidFill>
              </a:defRPr>
            </a:lvl6pPr>
            <a:lvl7pPr algn="l">
              <a:defRPr sz="1725" b="1">
                <a:solidFill>
                  <a:srgbClr val="172B42"/>
                </a:solidFill>
              </a:defRPr>
            </a:lvl7pPr>
            <a:lvl8pPr algn="l">
              <a:defRPr sz="1725" b="1">
                <a:solidFill>
                  <a:srgbClr val="172B42"/>
                </a:solidFill>
              </a:defRPr>
            </a:lvl8pPr>
            <a:lvl9pPr algn="l">
              <a:defRPr sz="17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2B42"/>
                </a:solidFill>
              </a:defRPr>
            </a:pPr>
            <a:r>
              <a:rPr sz="1725" b="1">
                <a:solidFill>
                  <a:srgbClr val="172B42"/>
                </a:solidFill>
              </a:rPr>
              <a:t>Train rows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3EEF1-7497-4782-A312-568DEAAC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192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172B42"/>
                </a:solidFill>
              </a:defRPr>
            </a:defPPr>
            <a:lvl1pPr algn="l">
              <a:defRPr sz="1725" b="1">
                <a:solidFill>
                  <a:srgbClr val="172B42"/>
                </a:solidFill>
              </a:defRPr>
            </a:lvl1pPr>
            <a:lvl2pPr algn="l">
              <a:defRPr sz="1725" b="1">
                <a:solidFill>
                  <a:srgbClr val="172B42"/>
                </a:solidFill>
              </a:defRPr>
            </a:lvl2pPr>
            <a:lvl3pPr algn="l">
              <a:defRPr sz="1725" b="1">
                <a:solidFill>
                  <a:srgbClr val="172B42"/>
                </a:solidFill>
              </a:defRPr>
            </a:lvl3pPr>
            <a:lvl4pPr algn="l">
              <a:defRPr sz="1725" b="1">
                <a:solidFill>
                  <a:srgbClr val="172B42"/>
                </a:solidFill>
              </a:defRPr>
            </a:lvl4pPr>
            <a:lvl5pPr algn="l">
              <a:defRPr sz="1725" b="1">
                <a:solidFill>
                  <a:srgbClr val="172B42"/>
                </a:solidFill>
              </a:defRPr>
            </a:lvl5pPr>
            <a:lvl6pPr algn="l">
              <a:defRPr sz="1725" b="1">
                <a:solidFill>
                  <a:srgbClr val="172B42"/>
                </a:solidFill>
              </a:defRPr>
            </a:lvl6pPr>
            <a:lvl7pPr algn="l">
              <a:defRPr sz="1725" b="1">
                <a:solidFill>
                  <a:srgbClr val="172B42"/>
                </a:solidFill>
              </a:defRPr>
            </a:lvl7pPr>
            <a:lvl8pPr algn="l">
              <a:defRPr sz="1725" b="1">
                <a:solidFill>
                  <a:srgbClr val="172B42"/>
                </a:solidFill>
              </a:defRPr>
            </a:lvl8pPr>
            <a:lvl9pPr algn="l">
              <a:defRPr sz="17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2B42"/>
                </a:solidFill>
              </a:defRPr>
            </a:pPr>
            <a:r>
              <a:rPr sz="1725" b="1">
                <a:solidFill>
                  <a:srgbClr val="172B42"/>
                </a:solidFill>
              </a:rPr>
              <a:t>Train engines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72661-2A63-4EC8-BD51-82302434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192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172B42"/>
                </a:solidFill>
              </a:defRPr>
            </a:defPPr>
            <a:lvl1pPr algn="l">
              <a:defRPr sz="1725" b="1">
                <a:solidFill>
                  <a:srgbClr val="172B42"/>
                </a:solidFill>
              </a:defRPr>
            </a:lvl1pPr>
            <a:lvl2pPr algn="l">
              <a:defRPr sz="1725" b="1">
                <a:solidFill>
                  <a:srgbClr val="172B42"/>
                </a:solidFill>
              </a:defRPr>
            </a:lvl2pPr>
            <a:lvl3pPr algn="l">
              <a:defRPr sz="1725" b="1">
                <a:solidFill>
                  <a:srgbClr val="172B42"/>
                </a:solidFill>
              </a:defRPr>
            </a:lvl3pPr>
            <a:lvl4pPr algn="l">
              <a:defRPr sz="1725" b="1">
                <a:solidFill>
                  <a:srgbClr val="172B42"/>
                </a:solidFill>
              </a:defRPr>
            </a:lvl4pPr>
            <a:lvl5pPr algn="l">
              <a:defRPr sz="1725" b="1">
                <a:solidFill>
                  <a:srgbClr val="172B42"/>
                </a:solidFill>
              </a:defRPr>
            </a:lvl5pPr>
            <a:lvl6pPr algn="l">
              <a:defRPr sz="1725" b="1">
                <a:solidFill>
                  <a:srgbClr val="172B42"/>
                </a:solidFill>
              </a:defRPr>
            </a:lvl6pPr>
            <a:lvl7pPr algn="l">
              <a:defRPr sz="1725" b="1">
                <a:solidFill>
                  <a:srgbClr val="172B42"/>
                </a:solidFill>
              </a:defRPr>
            </a:lvl7pPr>
            <a:lvl8pPr algn="l">
              <a:defRPr sz="1725" b="1">
                <a:solidFill>
                  <a:srgbClr val="172B42"/>
                </a:solidFill>
              </a:defRPr>
            </a:lvl8pPr>
            <a:lvl9pPr algn="l">
              <a:defRPr sz="17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2B42"/>
                </a:solidFill>
              </a:defRPr>
            </a:pPr>
            <a:r>
              <a:rPr sz="1725" b="1">
                <a:solidFill>
                  <a:srgbClr val="172B42"/>
                </a:solidFill>
              </a:rPr>
              <a:t>Test rows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1F418-626A-4BB8-B4B1-20FFC912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192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172B42"/>
                </a:solidFill>
              </a:defRPr>
            </a:defPPr>
            <a:lvl1pPr algn="l">
              <a:defRPr sz="1725" b="1">
                <a:solidFill>
                  <a:srgbClr val="172B42"/>
                </a:solidFill>
              </a:defRPr>
            </a:lvl1pPr>
            <a:lvl2pPr algn="l">
              <a:defRPr sz="1725" b="1">
                <a:solidFill>
                  <a:srgbClr val="172B42"/>
                </a:solidFill>
              </a:defRPr>
            </a:lvl2pPr>
            <a:lvl3pPr algn="l">
              <a:defRPr sz="1725" b="1">
                <a:solidFill>
                  <a:srgbClr val="172B42"/>
                </a:solidFill>
              </a:defRPr>
            </a:lvl3pPr>
            <a:lvl4pPr algn="l">
              <a:defRPr sz="1725" b="1">
                <a:solidFill>
                  <a:srgbClr val="172B42"/>
                </a:solidFill>
              </a:defRPr>
            </a:lvl4pPr>
            <a:lvl5pPr algn="l">
              <a:defRPr sz="1725" b="1">
                <a:solidFill>
                  <a:srgbClr val="172B42"/>
                </a:solidFill>
              </a:defRPr>
            </a:lvl5pPr>
            <a:lvl6pPr algn="l">
              <a:defRPr sz="1725" b="1">
                <a:solidFill>
                  <a:srgbClr val="172B42"/>
                </a:solidFill>
              </a:defRPr>
            </a:lvl6pPr>
            <a:lvl7pPr algn="l">
              <a:defRPr sz="1725" b="1">
                <a:solidFill>
                  <a:srgbClr val="172B42"/>
                </a:solidFill>
              </a:defRPr>
            </a:lvl7pPr>
            <a:lvl8pPr algn="l">
              <a:defRPr sz="1725" b="1">
                <a:solidFill>
                  <a:srgbClr val="172B42"/>
                </a:solidFill>
              </a:defRPr>
            </a:lvl8pPr>
            <a:lvl9pPr algn="l">
              <a:defRPr sz="17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2B42"/>
                </a:solidFill>
              </a:defRPr>
            </a:pPr>
            <a:r>
              <a:rPr sz="1725" b="1">
                <a:solidFill>
                  <a:srgbClr val="172B42"/>
                </a:solidFill>
              </a:rPr>
              <a:t>Test engines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56D3C-6F91-4264-BC75-762E666C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FD001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FFB7B-A125-43BA-A612-B810A0E4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812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20,631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1CC2D-E55E-47A3-B68B-E79218B4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812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29961-6E1E-4FED-8AAA-2DCFDE69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812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13,096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52D40-C41F-4C77-BAFF-7E914F18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812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18F40-015A-4293-BA63-902FCB17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FD002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CDCC0D-F772-450B-AEEA-858F5807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242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53,759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DFA05E-C400-4D5F-B410-B887D2F3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2420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260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B8E4B-0E96-430F-B8EA-E842AE93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242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33,991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6B31C6-60EA-4C87-A146-262ACDF5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2420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259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551BF1-9D56-41E0-9E09-22456643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FD003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CFD1EC-3B11-4B63-A948-F808167A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24,720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353E53-D0EF-4DA6-B3A8-604BF32E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671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100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6224F6-882B-4080-8E5F-3E4B199F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671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16,596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95B6CB-EF1E-4636-A2CC-6E6A0991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671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100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57CDC2-738E-4D2B-80F3-6D825034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FD004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2A8A3D-C4B6-4080-B581-E5473765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6101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61,249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241D60-3F61-4202-ABF2-45C54CD9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1010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249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8D5057-941E-4899-9C98-2C52DD01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101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41,214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F99B21-FA54-431D-97B7-6AD54F4A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61010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248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5F1C7E-16AB-404A-B1BF-4C035DCF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5A6875"/>
                </a:solidFill>
              </a:defRPr>
            </a:defPPr>
            <a:lvl1pPr algn="l">
              <a:defRPr sz="1500" b="0">
                <a:solidFill>
                  <a:srgbClr val="5A6875"/>
                </a:solidFill>
              </a:defRPr>
            </a:lvl1pPr>
            <a:lvl2pPr algn="l">
              <a:defRPr sz="1500" b="0">
                <a:solidFill>
                  <a:srgbClr val="5A6875"/>
                </a:solidFill>
              </a:defRPr>
            </a:lvl2pPr>
            <a:lvl3pPr algn="l">
              <a:defRPr sz="1500" b="0">
                <a:solidFill>
                  <a:srgbClr val="5A6875"/>
                </a:solidFill>
              </a:defRPr>
            </a:lvl3pPr>
            <a:lvl4pPr algn="l">
              <a:defRPr sz="1500" b="0">
                <a:solidFill>
                  <a:srgbClr val="5A6875"/>
                </a:solidFill>
              </a:defRPr>
            </a:lvl4pPr>
            <a:lvl5pPr algn="l">
              <a:defRPr sz="1500" b="0">
                <a:solidFill>
                  <a:srgbClr val="5A6875"/>
                </a:solidFill>
              </a:defRPr>
            </a:lvl5pPr>
            <a:lvl6pPr algn="l">
              <a:defRPr sz="1500" b="0">
                <a:solidFill>
                  <a:srgbClr val="5A6875"/>
                </a:solidFill>
              </a:defRPr>
            </a:lvl6pPr>
            <a:lvl7pPr algn="l">
              <a:defRPr sz="1500" b="0">
                <a:solidFill>
                  <a:srgbClr val="5A6875"/>
                </a:solidFill>
              </a:defRPr>
            </a:lvl7pPr>
            <a:lvl8pPr algn="l">
              <a:defRPr sz="1500" b="0">
                <a:solidFill>
                  <a:srgbClr val="5A6875"/>
                </a:solidFill>
              </a:defRPr>
            </a:lvl8pPr>
            <a:lvl9pPr algn="l">
              <a:defRPr sz="1500" b="0">
                <a:solidFill>
                  <a:srgbClr val="5A6875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A6875"/>
                </a:solidFill>
              </a:defRPr>
            </a:pPr>
            <a:r>
              <a:rPr sz="1500" b="0">
                <a:solidFill>
                  <a:srgbClr val="5A6875"/>
                </a:solidFill>
              </a:rPr>
              <a:t>The official test evaluates one endpoint per engine.</a:t>
            </a:r>
          </a:p>
        </p:txBody>
      </p:sp>
    </p:spTree>
    <p:extLst>
      <p:ext uri="{BB962C8B-B14F-4D97-AF65-F5344CB8AC3E}">
        <p14:creationId xmlns:p14="http://schemas.microsoft.com/office/powerpoint/2010/main" val="11333973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FB026-051F-46EF-9AC5-8968E4C5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72B42"/>
                </a:solidFill>
              </a:defRPr>
            </a:defPPr>
            <a:lvl1pPr algn="l">
              <a:defRPr sz="2625" b="1">
                <a:solidFill>
                  <a:srgbClr val="172B42"/>
                </a:solidFill>
              </a:defRPr>
            </a:lvl1pPr>
            <a:lvl2pPr algn="l">
              <a:defRPr sz="2625" b="1">
                <a:solidFill>
                  <a:srgbClr val="172B42"/>
                </a:solidFill>
              </a:defRPr>
            </a:lvl2pPr>
            <a:lvl3pPr algn="l">
              <a:defRPr sz="2625" b="1">
                <a:solidFill>
                  <a:srgbClr val="172B42"/>
                </a:solidFill>
              </a:defRPr>
            </a:lvl3pPr>
            <a:lvl4pPr algn="l">
              <a:defRPr sz="2625" b="1">
                <a:solidFill>
                  <a:srgbClr val="172B42"/>
                </a:solidFill>
              </a:defRPr>
            </a:lvl4pPr>
            <a:lvl5pPr algn="l">
              <a:defRPr sz="2625" b="1">
                <a:solidFill>
                  <a:srgbClr val="172B42"/>
                </a:solidFill>
              </a:defRPr>
            </a:lvl5pPr>
            <a:lvl6pPr algn="l">
              <a:defRPr sz="2625" b="1">
                <a:solidFill>
                  <a:srgbClr val="172B42"/>
                </a:solidFill>
              </a:defRPr>
            </a:lvl6pPr>
            <a:lvl7pPr algn="l">
              <a:defRPr sz="2625" b="1">
                <a:solidFill>
                  <a:srgbClr val="172B42"/>
                </a:solidFill>
              </a:defRPr>
            </a:lvl7pPr>
            <a:lvl8pPr algn="l">
              <a:defRPr sz="2625" b="1">
                <a:solidFill>
                  <a:srgbClr val="172B42"/>
                </a:solidFill>
              </a:defRPr>
            </a:lvl8pPr>
            <a:lvl9pPr algn="l">
              <a:defRPr sz="26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42"/>
                </a:solidFill>
              </a:defRPr>
            </a:pPr>
            <a:r>
              <a:rPr sz="2625" b="1">
                <a:solidFill>
                  <a:srgbClr val="172B42"/>
                </a:solidFill>
              </a:rPr>
              <a:t>Exploratory data analysis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9DF39-67BF-4D19-A144-D3B9576DDB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d16de674c467c"/>
          <a:stretch xmlns:a="http://schemas.openxmlformats.org/drawingml/2006/main"/>
        </p:blipFill>
        <p:spPr>
          <a:xfrm xmlns:a="http://schemas.openxmlformats.org/drawingml/2006/main">
            <a:off x="619125" y="1809750"/>
            <a:ext cx="7143750" cy="3810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E13C3-D984-4FB3-9C51-5F3585EB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172B42"/>
                </a:solidFill>
              </a:defRPr>
            </a:defPPr>
            <a:lvl1pPr algn="l">
              <a:defRPr sz="1950" b="1">
                <a:solidFill>
                  <a:srgbClr val="172B42"/>
                </a:solidFill>
              </a:defRPr>
            </a:lvl1pPr>
            <a:lvl2pPr algn="l">
              <a:defRPr sz="1950" b="1">
                <a:solidFill>
                  <a:srgbClr val="172B42"/>
                </a:solidFill>
              </a:defRPr>
            </a:lvl2pPr>
            <a:lvl3pPr algn="l">
              <a:defRPr sz="1950" b="1">
                <a:solidFill>
                  <a:srgbClr val="172B42"/>
                </a:solidFill>
              </a:defRPr>
            </a:lvl3pPr>
            <a:lvl4pPr algn="l">
              <a:defRPr sz="1950" b="1">
                <a:solidFill>
                  <a:srgbClr val="172B42"/>
                </a:solidFill>
              </a:defRPr>
            </a:lvl4pPr>
            <a:lvl5pPr algn="l">
              <a:defRPr sz="1950" b="1">
                <a:solidFill>
                  <a:srgbClr val="172B42"/>
                </a:solidFill>
              </a:defRPr>
            </a:lvl5pPr>
            <a:lvl6pPr algn="l">
              <a:defRPr sz="1950" b="1">
                <a:solidFill>
                  <a:srgbClr val="172B42"/>
                </a:solidFill>
              </a:defRPr>
            </a:lvl6pPr>
            <a:lvl7pPr algn="l">
              <a:defRPr sz="1950" b="1">
                <a:solidFill>
                  <a:srgbClr val="172B42"/>
                </a:solidFill>
              </a:defRPr>
            </a:lvl7pPr>
            <a:lvl8pPr algn="l">
              <a:defRPr sz="1950" b="1">
                <a:solidFill>
                  <a:srgbClr val="172B42"/>
                </a:solidFill>
              </a:defRPr>
            </a:lvl8pPr>
            <a:lvl9pPr algn="l">
              <a:defRPr sz="195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B42"/>
                </a:solidFill>
              </a:defRPr>
            </a:pPr>
            <a:r>
              <a:rPr sz="1950" b="1">
                <a:solidFill>
                  <a:srgbClr val="172B42"/>
                </a:solidFill>
              </a:rPr>
              <a:t>Median training lifetime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685DD-9421-48E1-9FD6-F943D704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3238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344454"/>
                </a:solidFill>
              </a:defRPr>
            </a:defPPr>
            <a:lvl1pPr algn="l">
              <a:defRPr sz="1800" b="0">
                <a:solidFill>
                  <a:srgbClr val="344454"/>
                </a:solidFill>
              </a:defRPr>
            </a:lvl1pPr>
            <a:lvl2pPr algn="l">
              <a:defRPr sz="1800" b="0">
                <a:solidFill>
                  <a:srgbClr val="344454"/>
                </a:solidFill>
              </a:defRPr>
            </a:lvl2pPr>
            <a:lvl3pPr algn="l">
              <a:defRPr sz="1800" b="0">
                <a:solidFill>
                  <a:srgbClr val="344454"/>
                </a:solidFill>
              </a:defRPr>
            </a:lvl3pPr>
            <a:lvl4pPr algn="l">
              <a:defRPr sz="1800" b="0">
                <a:solidFill>
                  <a:srgbClr val="344454"/>
                </a:solidFill>
              </a:defRPr>
            </a:lvl4pPr>
            <a:lvl5pPr algn="l">
              <a:defRPr sz="1800" b="0">
                <a:solidFill>
                  <a:srgbClr val="344454"/>
                </a:solidFill>
              </a:defRPr>
            </a:lvl5pPr>
            <a:lvl6pPr algn="l">
              <a:defRPr sz="1800" b="0">
                <a:solidFill>
                  <a:srgbClr val="344454"/>
                </a:solidFill>
              </a:defRPr>
            </a:lvl6pPr>
            <a:lvl7pPr algn="l">
              <a:defRPr sz="1800" b="0">
                <a:solidFill>
                  <a:srgbClr val="344454"/>
                </a:solidFill>
              </a:defRPr>
            </a:lvl7pPr>
            <a:lvl8pPr algn="l">
              <a:defRPr sz="1800" b="0">
                <a:solidFill>
                  <a:srgbClr val="344454"/>
                </a:solidFill>
              </a:defRPr>
            </a:lvl8pPr>
            <a:lvl9pPr algn="l">
              <a:defRPr sz="180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44454"/>
                </a:solidFill>
              </a:defRPr>
            </a:pPr>
            <a:r>
              <a:rPr sz="1800" b="0">
                <a:solidFill>
                  <a:srgbClr val="344454"/>
                </a:solidFill>
              </a:rPr>
              <a:t>FD001  199 cycles</a:t>
            </a:r>
          </a:p>
          <a:p xmlns:a="http://schemas.openxmlformats.org/drawingml/2006/main">
            <a:pPr algn="l">
              <a:defRPr sz="1800" b="0">
                <a:solidFill>
                  <a:srgbClr val="344454"/>
                </a:solidFill>
              </a:defRPr>
            </a:pPr>
            <a:r>
              <a:rPr sz="1800" b="0">
                <a:solidFill>
                  <a:srgbClr val="344454"/>
                </a:solidFill>
              </a:rPr>
              <a:t>FD002  199 cycles</a:t>
            </a:r>
          </a:p>
          <a:p xmlns:a="http://schemas.openxmlformats.org/drawingml/2006/main">
            <a:pPr algn="l">
              <a:defRPr sz="1800" b="0">
                <a:solidFill>
                  <a:srgbClr val="344454"/>
                </a:solidFill>
              </a:defRPr>
            </a:pPr>
            <a:r>
              <a:rPr sz="1800" b="0">
                <a:solidFill>
                  <a:srgbClr val="344454"/>
                </a:solidFill>
              </a:rPr>
              <a:t>FD003  220.5 cycles</a:t>
            </a:r>
          </a:p>
          <a:p xmlns:a="http://schemas.openxmlformats.org/drawingml/2006/main">
            <a:pPr algn="l">
              <a:defRPr sz="1800" b="0">
                <a:solidFill>
                  <a:srgbClr val="344454"/>
                </a:solidFill>
              </a:defRPr>
            </a:pPr>
            <a:r>
              <a:rPr sz="1800" b="0">
                <a:solidFill>
                  <a:srgbClr val="344454"/>
                </a:solidFill>
              </a:rPr>
              <a:t>FD004  234 cycles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BA694-CB60-4A0A-89C0-B9AFFD94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91125"/>
            <a:ext cx="3286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344454"/>
                </a:solidFill>
              </a:defRPr>
            </a:defPPr>
            <a:lvl1pPr algn="l">
              <a:defRPr sz="1500" b="0">
                <a:solidFill>
                  <a:srgbClr val="344454"/>
                </a:solidFill>
              </a:defRPr>
            </a:lvl1pPr>
            <a:lvl2pPr algn="l">
              <a:defRPr sz="1500" b="0">
                <a:solidFill>
                  <a:srgbClr val="344454"/>
                </a:solidFill>
              </a:defRPr>
            </a:lvl2pPr>
            <a:lvl3pPr algn="l">
              <a:defRPr sz="1500" b="0">
                <a:solidFill>
                  <a:srgbClr val="344454"/>
                </a:solidFill>
              </a:defRPr>
            </a:lvl3pPr>
            <a:lvl4pPr algn="l">
              <a:defRPr sz="1500" b="0">
                <a:solidFill>
                  <a:srgbClr val="344454"/>
                </a:solidFill>
              </a:defRPr>
            </a:lvl4pPr>
            <a:lvl5pPr algn="l">
              <a:defRPr sz="1500" b="0">
                <a:solidFill>
                  <a:srgbClr val="344454"/>
                </a:solidFill>
              </a:defRPr>
            </a:lvl5pPr>
            <a:lvl6pPr algn="l">
              <a:defRPr sz="1500" b="0">
                <a:solidFill>
                  <a:srgbClr val="344454"/>
                </a:solidFill>
              </a:defRPr>
            </a:lvl6pPr>
            <a:lvl7pPr algn="l">
              <a:defRPr sz="1500" b="0">
                <a:solidFill>
                  <a:srgbClr val="344454"/>
                </a:solidFill>
              </a:defRPr>
            </a:lvl7pPr>
            <a:lvl8pPr algn="l">
              <a:defRPr sz="1500" b="0">
                <a:solidFill>
                  <a:srgbClr val="344454"/>
                </a:solidFill>
              </a:defRPr>
            </a:lvl8pPr>
            <a:lvl9pPr algn="l">
              <a:defRPr sz="150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44454"/>
                </a:solidFill>
              </a:defRPr>
            </a:pPr>
            <a:r>
              <a:rPr sz="1500" b="0">
                <a:solidFill>
                  <a:srgbClr val="344454"/>
                </a:solidFill>
              </a:rPr>
              <a:t>Lifetime varies by engine, so rows from the same engine stay together during validation.</a:t>
            </a:r>
          </a:p>
        </p:txBody>
      </p:sp>
    </p:spTree>
    <p:extLst>
      <p:ext uri="{BB962C8B-B14F-4D97-AF65-F5344CB8AC3E}">
        <p14:creationId xmlns:p14="http://schemas.microsoft.com/office/powerpoint/2010/main" val="19698566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215FC-7CC6-4449-AB24-8E12D6F4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72B42"/>
                </a:solidFill>
              </a:defRPr>
            </a:defPPr>
            <a:lvl1pPr algn="l">
              <a:defRPr sz="2625" b="1">
                <a:solidFill>
                  <a:srgbClr val="172B42"/>
                </a:solidFill>
              </a:defRPr>
            </a:lvl1pPr>
            <a:lvl2pPr algn="l">
              <a:defRPr sz="2625" b="1">
                <a:solidFill>
                  <a:srgbClr val="172B42"/>
                </a:solidFill>
              </a:defRPr>
            </a:lvl2pPr>
            <a:lvl3pPr algn="l">
              <a:defRPr sz="2625" b="1">
                <a:solidFill>
                  <a:srgbClr val="172B42"/>
                </a:solidFill>
              </a:defRPr>
            </a:lvl3pPr>
            <a:lvl4pPr algn="l">
              <a:defRPr sz="2625" b="1">
                <a:solidFill>
                  <a:srgbClr val="172B42"/>
                </a:solidFill>
              </a:defRPr>
            </a:lvl4pPr>
            <a:lvl5pPr algn="l">
              <a:defRPr sz="2625" b="1">
                <a:solidFill>
                  <a:srgbClr val="172B42"/>
                </a:solidFill>
              </a:defRPr>
            </a:lvl5pPr>
            <a:lvl6pPr algn="l">
              <a:defRPr sz="2625" b="1">
                <a:solidFill>
                  <a:srgbClr val="172B42"/>
                </a:solidFill>
              </a:defRPr>
            </a:lvl6pPr>
            <a:lvl7pPr algn="l">
              <a:defRPr sz="2625" b="1">
                <a:solidFill>
                  <a:srgbClr val="172B42"/>
                </a:solidFill>
              </a:defRPr>
            </a:lvl7pPr>
            <a:lvl8pPr algn="l">
              <a:defRPr sz="2625" b="1">
                <a:solidFill>
                  <a:srgbClr val="172B42"/>
                </a:solidFill>
              </a:defRPr>
            </a:lvl8pPr>
            <a:lvl9pPr algn="l">
              <a:defRPr sz="26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42"/>
                </a:solidFill>
              </a:defRPr>
            </a:pPr>
            <a:r>
              <a:rPr sz="2625" b="1">
                <a:solidFill>
                  <a:srgbClr val="172B42"/>
                </a:solidFill>
              </a:rPr>
              <a:t>Preprocessing and feature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25480-C99A-40C5-8BC1-F9A28511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2B42"/>
                </a:solidFill>
              </a:defRPr>
            </a:defPPr>
            <a:lvl1pPr algn="l">
              <a:defRPr sz="2025" b="1">
                <a:solidFill>
                  <a:srgbClr val="172B42"/>
                </a:solidFill>
              </a:defRPr>
            </a:lvl1pPr>
            <a:lvl2pPr algn="l">
              <a:defRPr sz="2025" b="1">
                <a:solidFill>
                  <a:srgbClr val="172B42"/>
                </a:solidFill>
              </a:defRPr>
            </a:lvl2pPr>
            <a:lvl3pPr algn="l">
              <a:defRPr sz="2025" b="1">
                <a:solidFill>
                  <a:srgbClr val="172B42"/>
                </a:solidFill>
              </a:defRPr>
            </a:lvl3pPr>
            <a:lvl4pPr algn="l">
              <a:defRPr sz="2025" b="1">
                <a:solidFill>
                  <a:srgbClr val="172B42"/>
                </a:solidFill>
              </a:defRPr>
            </a:lvl4pPr>
            <a:lvl5pPr algn="l">
              <a:defRPr sz="2025" b="1">
                <a:solidFill>
                  <a:srgbClr val="172B42"/>
                </a:solidFill>
              </a:defRPr>
            </a:lvl5pPr>
            <a:lvl6pPr algn="l">
              <a:defRPr sz="2025" b="1">
                <a:solidFill>
                  <a:srgbClr val="172B42"/>
                </a:solidFill>
              </a:defRPr>
            </a:lvl6pPr>
            <a:lvl7pPr algn="l">
              <a:defRPr sz="2025" b="1">
                <a:solidFill>
                  <a:srgbClr val="172B42"/>
                </a:solidFill>
              </a:defRPr>
            </a:lvl7pPr>
            <a:lvl8pPr algn="l">
              <a:defRPr sz="2025" b="1">
                <a:solidFill>
                  <a:srgbClr val="172B42"/>
                </a:solidFill>
              </a:defRPr>
            </a:lvl8pPr>
            <a:lvl9pPr algn="l"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Quality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9F77A-693B-43F2-BD61-E20889E5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344454"/>
                </a:solidFill>
              </a:defRPr>
            </a:defPPr>
            <a:lvl1pPr algn="l">
              <a:defRPr sz="1800" b="0">
                <a:solidFill>
                  <a:srgbClr val="344454"/>
                </a:solidFill>
              </a:defRPr>
            </a:lvl1pPr>
            <a:lvl2pPr algn="l">
              <a:defRPr sz="1800" b="0">
                <a:solidFill>
                  <a:srgbClr val="344454"/>
                </a:solidFill>
              </a:defRPr>
            </a:lvl2pPr>
            <a:lvl3pPr algn="l">
              <a:defRPr sz="1800" b="0">
                <a:solidFill>
                  <a:srgbClr val="344454"/>
                </a:solidFill>
              </a:defRPr>
            </a:lvl3pPr>
            <a:lvl4pPr algn="l">
              <a:defRPr sz="1800" b="0">
                <a:solidFill>
                  <a:srgbClr val="344454"/>
                </a:solidFill>
              </a:defRPr>
            </a:lvl4pPr>
            <a:lvl5pPr algn="l">
              <a:defRPr sz="1800" b="0">
                <a:solidFill>
                  <a:srgbClr val="344454"/>
                </a:solidFill>
              </a:defRPr>
            </a:lvl5pPr>
            <a:lvl6pPr algn="l">
              <a:defRPr sz="1800" b="0">
                <a:solidFill>
                  <a:srgbClr val="344454"/>
                </a:solidFill>
              </a:defRPr>
            </a:lvl6pPr>
            <a:lvl7pPr algn="l">
              <a:defRPr sz="1800" b="0">
                <a:solidFill>
                  <a:srgbClr val="344454"/>
                </a:solidFill>
              </a:defRPr>
            </a:lvl7pPr>
            <a:lvl8pPr algn="l">
              <a:defRPr sz="1800" b="0">
                <a:solidFill>
                  <a:srgbClr val="344454"/>
                </a:solidFill>
              </a:defRPr>
            </a:lvl8pPr>
            <a:lvl9pPr algn="l">
              <a:defRPr sz="180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44454"/>
                </a:solidFill>
              </a:defRPr>
            </a:pPr>
            <a:r>
              <a:rPr sz="1800" b="0">
                <a:solidFill>
                  <a:srgbClr val="344454"/>
                </a:solidFill>
              </a:rPr>
              <a:t>Numeric types, missing values, duplicates and engine-cycle order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BDFE5-8F70-450B-B24A-3B0C1B78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2B42"/>
                </a:solidFill>
              </a:defRPr>
            </a:defPPr>
            <a:lvl1pPr algn="l">
              <a:defRPr sz="2025" b="1">
                <a:solidFill>
                  <a:srgbClr val="172B42"/>
                </a:solidFill>
              </a:defRPr>
            </a:lvl1pPr>
            <a:lvl2pPr algn="l">
              <a:defRPr sz="2025" b="1">
                <a:solidFill>
                  <a:srgbClr val="172B42"/>
                </a:solidFill>
              </a:defRPr>
            </a:lvl2pPr>
            <a:lvl3pPr algn="l">
              <a:defRPr sz="2025" b="1">
                <a:solidFill>
                  <a:srgbClr val="172B42"/>
                </a:solidFill>
              </a:defRPr>
            </a:lvl3pPr>
            <a:lvl4pPr algn="l">
              <a:defRPr sz="2025" b="1">
                <a:solidFill>
                  <a:srgbClr val="172B42"/>
                </a:solidFill>
              </a:defRPr>
            </a:lvl4pPr>
            <a:lvl5pPr algn="l">
              <a:defRPr sz="2025" b="1">
                <a:solidFill>
                  <a:srgbClr val="172B42"/>
                </a:solidFill>
              </a:defRPr>
            </a:lvl5pPr>
            <a:lvl6pPr algn="l">
              <a:defRPr sz="2025" b="1">
                <a:solidFill>
                  <a:srgbClr val="172B42"/>
                </a:solidFill>
              </a:defRPr>
            </a:lvl6pPr>
            <a:lvl7pPr algn="l">
              <a:defRPr sz="2025" b="1">
                <a:solidFill>
                  <a:srgbClr val="172B42"/>
                </a:solidFill>
              </a:defRPr>
            </a:lvl7pPr>
            <a:lvl8pPr algn="l">
              <a:defRPr sz="2025" b="1">
                <a:solidFill>
                  <a:srgbClr val="172B42"/>
                </a:solidFill>
              </a:defRPr>
            </a:lvl8pPr>
            <a:lvl9pPr algn="l"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Training RUL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B03C3-6D1A-4C24-ACA1-5A4B44CE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344454"/>
                </a:solidFill>
              </a:defRPr>
            </a:defPPr>
            <a:lvl1pPr algn="l">
              <a:defRPr sz="1800" b="0">
                <a:solidFill>
                  <a:srgbClr val="344454"/>
                </a:solidFill>
              </a:defRPr>
            </a:lvl1pPr>
            <a:lvl2pPr algn="l">
              <a:defRPr sz="1800" b="0">
                <a:solidFill>
                  <a:srgbClr val="344454"/>
                </a:solidFill>
              </a:defRPr>
            </a:lvl2pPr>
            <a:lvl3pPr algn="l">
              <a:defRPr sz="1800" b="0">
                <a:solidFill>
                  <a:srgbClr val="344454"/>
                </a:solidFill>
              </a:defRPr>
            </a:lvl3pPr>
            <a:lvl4pPr algn="l">
              <a:defRPr sz="1800" b="0">
                <a:solidFill>
                  <a:srgbClr val="344454"/>
                </a:solidFill>
              </a:defRPr>
            </a:lvl4pPr>
            <a:lvl5pPr algn="l">
              <a:defRPr sz="1800" b="0">
                <a:solidFill>
                  <a:srgbClr val="344454"/>
                </a:solidFill>
              </a:defRPr>
            </a:lvl5pPr>
            <a:lvl6pPr algn="l">
              <a:defRPr sz="1800" b="0">
                <a:solidFill>
                  <a:srgbClr val="344454"/>
                </a:solidFill>
              </a:defRPr>
            </a:lvl6pPr>
            <a:lvl7pPr algn="l">
              <a:defRPr sz="1800" b="0">
                <a:solidFill>
                  <a:srgbClr val="344454"/>
                </a:solidFill>
              </a:defRPr>
            </a:lvl7pPr>
            <a:lvl8pPr algn="l">
              <a:defRPr sz="1800" b="0">
                <a:solidFill>
                  <a:srgbClr val="344454"/>
                </a:solidFill>
              </a:defRPr>
            </a:lvl8pPr>
            <a:lvl9pPr algn="l">
              <a:defRPr sz="180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44454"/>
                </a:solidFill>
              </a:defRPr>
            </a:pPr>
            <a:r>
              <a:rPr sz="1800" b="0">
                <a:solidFill>
                  <a:srgbClr val="344454"/>
                </a:solidFill>
              </a:rPr>
              <a:t>Final training cycle minus current cycle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D2BF7-115D-4A81-81DC-C0F7C93B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2B42"/>
                </a:solidFill>
              </a:defRPr>
            </a:defPPr>
            <a:lvl1pPr algn="l">
              <a:defRPr sz="2025" b="1">
                <a:solidFill>
                  <a:srgbClr val="172B42"/>
                </a:solidFill>
              </a:defRPr>
            </a:lvl1pPr>
            <a:lvl2pPr algn="l">
              <a:defRPr sz="2025" b="1">
                <a:solidFill>
                  <a:srgbClr val="172B42"/>
                </a:solidFill>
              </a:defRPr>
            </a:lvl2pPr>
            <a:lvl3pPr algn="l">
              <a:defRPr sz="2025" b="1">
                <a:solidFill>
                  <a:srgbClr val="172B42"/>
                </a:solidFill>
              </a:defRPr>
            </a:lvl3pPr>
            <a:lvl4pPr algn="l">
              <a:defRPr sz="2025" b="1">
                <a:solidFill>
                  <a:srgbClr val="172B42"/>
                </a:solidFill>
              </a:defRPr>
            </a:lvl4pPr>
            <a:lvl5pPr algn="l">
              <a:defRPr sz="2025" b="1">
                <a:solidFill>
                  <a:srgbClr val="172B42"/>
                </a:solidFill>
              </a:defRPr>
            </a:lvl5pPr>
            <a:lvl6pPr algn="l">
              <a:defRPr sz="2025" b="1">
                <a:solidFill>
                  <a:srgbClr val="172B42"/>
                </a:solidFill>
              </a:defRPr>
            </a:lvl6pPr>
            <a:lvl7pPr algn="l">
              <a:defRPr sz="2025" b="1">
                <a:solidFill>
                  <a:srgbClr val="172B42"/>
                </a:solidFill>
              </a:defRPr>
            </a:lvl7pPr>
            <a:lvl8pPr algn="l">
              <a:defRPr sz="2025" b="1">
                <a:solidFill>
                  <a:srgbClr val="172B42"/>
                </a:solidFill>
              </a:defRPr>
            </a:lvl8pPr>
            <a:lvl9pPr algn="l"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Predictors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1889A-247D-4C46-A9B7-EC77B8B2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863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Cycle, operating settings, retained sensors, one-cycle changes and five-cycle rolling means. Temporal features use current and earlier cycles only.</a:t>
            </a:r>
          </a:p>
        </p:txBody>
      </p:sp>
    </p:spTree>
    <p:extLst>
      <p:ext uri="{BB962C8B-B14F-4D97-AF65-F5344CB8AC3E}">
        <p14:creationId xmlns:p14="http://schemas.microsoft.com/office/powerpoint/2010/main" val="8219484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8CEDB2-F68C-4EC3-8750-D9E019A5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72B42"/>
                </a:solidFill>
              </a:defRPr>
            </a:defPPr>
            <a:lvl1pPr algn="l">
              <a:defRPr sz="2625" b="1">
                <a:solidFill>
                  <a:srgbClr val="172B42"/>
                </a:solidFill>
              </a:defRPr>
            </a:lvl1pPr>
            <a:lvl2pPr algn="l">
              <a:defRPr sz="2625" b="1">
                <a:solidFill>
                  <a:srgbClr val="172B42"/>
                </a:solidFill>
              </a:defRPr>
            </a:lvl2pPr>
            <a:lvl3pPr algn="l">
              <a:defRPr sz="2625" b="1">
                <a:solidFill>
                  <a:srgbClr val="172B42"/>
                </a:solidFill>
              </a:defRPr>
            </a:lvl3pPr>
            <a:lvl4pPr algn="l">
              <a:defRPr sz="2625" b="1">
                <a:solidFill>
                  <a:srgbClr val="172B42"/>
                </a:solidFill>
              </a:defRPr>
            </a:lvl4pPr>
            <a:lvl5pPr algn="l">
              <a:defRPr sz="2625" b="1">
                <a:solidFill>
                  <a:srgbClr val="172B42"/>
                </a:solidFill>
              </a:defRPr>
            </a:lvl5pPr>
            <a:lvl6pPr algn="l">
              <a:defRPr sz="2625" b="1">
                <a:solidFill>
                  <a:srgbClr val="172B42"/>
                </a:solidFill>
              </a:defRPr>
            </a:lvl6pPr>
            <a:lvl7pPr algn="l">
              <a:defRPr sz="2625" b="1">
                <a:solidFill>
                  <a:srgbClr val="172B42"/>
                </a:solidFill>
              </a:defRPr>
            </a:lvl7pPr>
            <a:lvl8pPr algn="l">
              <a:defRPr sz="2625" b="1">
                <a:solidFill>
                  <a:srgbClr val="172B42"/>
                </a:solidFill>
              </a:defRPr>
            </a:lvl8pPr>
            <a:lvl9pPr algn="l">
              <a:defRPr sz="26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42"/>
                </a:solidFill>
              </a:defRPr>
            </a:pPr>
            <a:r>
              <a:rPr sz="2625" b="1">
                <a:solidFill>
                  <a:srgbClr val="172B42"/>
                </a:solidFill>
              </a:rPr>
              <a:t>Model selection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F8055-0945-4DCC-9C34-D27C6A39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1  Hold out 20% of training engines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6EA8E-4496-4856-BEBA-0350696A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2  Predict one partial-history endpoint per held-out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D8FF2-12A4-4B71-9B1C-1540B522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3  Select the lowest validation RMSE within each subset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4C947-DF34-491C-A2E0-99D5F342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4  Refit the selected model on all training engines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FD3A0-1D02-43A5-8F17-A2CAA3F4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5  Evaluate once at official test endpoints</a:t>
            </a:r>
          </a:p>
        </p:txBody>
      </p:sp>
    </p:spTree>
    <p:extLst>
      <p:ext uri="{BB962C8B-B14F-4D97-AF65-F5344CB8AC3E}">
        <p14:creationId xmlns:p14="http://schemas.microsoft.com/office/powerpoint/2010/main" val="4534683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E30758-3202-4DAE-B769-EA3CAAE5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72B42"/>
                </a:solidFill>
              </a:defRPr>
            </a:defPPr>
            <a:lvl1pPr algn="l">
              <a:defRPr sz="2625" b="1">
                <a:solidFill>
                  <a:srgbClr val="172B42"/>
                </a:solidFill>
              </a:defRPr>
            </a:lvl1pPr>
            <a:lvl2pPr algn="l">
              <a:defRPr sz="2625" b="1">
                <a:solidFill>
                  <a:srgbClr val="172B42"/>
                </a:solidFill>
              </a:defRPr>
            </a:lvl2pPr>
            <a:lvl3pPr algn="l">
              <a:defRPr sz="2625" b="1">
                <a:solidFill>
                  <a:srgbClr val="172B42"/>
                </a:solidFill>
              </a:defRPr>
            </a:lvl3pPr>
            <a:lvl4pPr algn="l">
              <a:defRPr sz="2625" b="1">
                <a:solidFill>
                  <a:srgbClr val="172B42"/>
                </a:solidFill>
              </a:defRPr>
            </a:lvl4pPr>
            <a:lvl5pPr algn="l">
              <a:defRPr sz="2625" b="1">
                <a:solidFill>
                  <a:srgbClr val="172B42"/>
                </a:solidFill>
              </a:defRPr>
            </a:lvl5pPr>
            <a:lvl6pPr algn="l">
              <a:defRPr sz="2625" b="1">
                <a:solidFill>
                  <a:srgbClr val="172B42"/>
                </a:solidFill>
              </a:defRPr>
            </a:lvl6pPr>
            <a:lvl7pPr algn="l">
              <a:defRPr sz="2625" b="1">
                <a:solidFill>
                  <a:srgbClr val="172B42"/>
                </a:solidFill>
              </a:defRPr>
            </a:lvl7pPr>
            <a:lvl8pPr algn="l">
              <a:defRPr sz="2625" b="1">
                <a:solidFill>
                  <a:srgbClr val="172B42"/>
                </a:solidFill>
              </a:defRPr>
            </a:lvl8pPr>
            <a:lvl9pPr algn="l">
              <a:defRPr sz="26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42"/>
                </a:solidFill>
              </a:defRPr>
            </a:pPr>
            <a:r>
              <a:rPr sz="2625" b="1">
                <a:solidFill>
                  <a:srgbClr val="172B42"/>
                </a:solidFill>
              </a:rPr>
              <a:t>Models compared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FC620-A834-4098-B32F-8AD08A25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52575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172B42"/>
                </a:solidFill>
              </a:defRPr>
            </a:defPPr>
            <a:lvl1pPr algn="l">
              <a:defRPr sz="2100" b="1">
                <a:solidFill>
                  <a:srgbClr val="172B42"/>
                </a:solidFill>
              </a:defRPr>
            </a:lvl1pPr>
            <a:lvl2pPr algn="l">
              <a:defRPr sz="2100" b="1">
                <a:solidFill>
                  <a:srgbClr val="172B42"/>
                </a:solidFill>
              </a:defRPr>
            </a:lvl2pPr>
            <a:lvl3pPr algn="l">
              <a:defRPr sz="2100" b="1">
                <a:solidFill>
                  <a:srgbClr val="172B42"/>
                </a:solidFill>
              </a:defRPr>
            </a:lvl3pPr>
            <a:lvl4pPr algn="l">
              <a:defRPr sz="2100" b="1">
                <a:solidFill>
                  <a:srgbClr val="172B42"/>
                </a:solidFill>
              </a:defRPr>
            </a:lvl4pPr>
            <a:lvl5pPr algn="l">
              <a:defRPr sz="2100" b="1">
                <a:solidFill>
                  <a:srgbClr val="172B42"/>
                </a:solidFill>
              </a:defRPr>
            </a:lvl5pPr>
            <a:lvl6pPr algn="l">
              <a:defRPr sz="2100" b="1">
                <a:solidFill>
                  <a:srgbClr val="172B42"/>
                </a:solidFill>
              </a:defRPr>
            </a:lvl6pPr>
            <a:lvl7pPr algn="l">
              <a:defRPr sz="2100" b="1">
                <a:solidFill>
                  <a:srgbClr val="172B42"/>
                </a:solidFill>
              </a:defRPr>
            </a:lvl7pPr>
            <a:lvl8pPr algn="l">
              <a:defRPr sz="2100" b="1">
                <a:solidFill>
                  <a:srgbClr val="172B42"/>
                </a:solidFill>
              </a:defRPr>
            </a:lvl8pPr>
            <a:lvl9pPr algn="l">
              <a:defRPr sz="210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B42"/>
                </a:solidFill>
              </a:defRPr>
            </a:pPr>
            <a:r>
              <a:rPr sz="2100" b="1">
                <a:solidFill>
                  <a:srgbClr val="172B42"/>
                </a:solidFill>
              </a:rPr>
              <a:t>Median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682E0-A4B9-4639-A7C7-E6CD40AF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Constant median RUL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02834-EF1F-4CDC-8543-9EF4622C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172B42"/>
                </a:solidFill>
              </a:defRPr>
            </a:defPPr>
            <a:lvl1pPr algn="l">
              <a:defRPr sz="2100" b="1">
                <a:solidFill>
                  <a:srgbClr val="172B42"/>
                </a:solidFill>
              </a:defRPr>
            </a:lvl1pPr>
            <a:lvl2pPr algn="l">
              <a:defRPr sz="2100" b="1">
                <a:solidFill>
                  <a:srgbClr val="172B42"/>
                </a:solidFill>
              </a:defRPr>
            </a:lvl2pPr>
            <a:lvl3pPr algn="l">
              <a:defRPr sz="2100" b="1">
                <a:solidFill>
                  <a:srgbClr val="172B42"/>
                </a:solidFill>
              </a:defRPr>
            </a:lvl3pPr>
            <a:lvl4pPr algn="l">
              <a:defRPr sz="2100" b="1">
                <a:solidFill>
                  <a:srgbClr val="172B42"/>
                </a:solidFill>
              </a:defRPr>
            </a:lvl4pPr>
            <a:lvl5pPr algn="l">
              <a:defRPr sz="2100" b="1">
                <a:solidFill>
                  <a:srgbClr val="172B42"/>
                </a:solidFill>
              </a:defRPr>
            </a:lvl5pPr>
            <a:lvl6pPr algn="l">
              <a:defRPr sz="2100" b="1">
                <a:solidFill>
                  <a:srgbClr val="172B42"/>
                </a:solidFill>
              </a:defRPr>
            </a:lvl6pPr>
            <a:lvl7pPr algn="l">
              <a:defRPr sz="2100" b="1">
                <a:solidFill>
                  <a:srgbClr val="172B42"/>
                </a:solidFill>
              </a:defRPr>
            </a:lvl7pPr>
            <a:lvl8pPr algn="l">
              <a:defRPr sz="2100" b="1">
                <a:solidFill>
                  <a:srgbClr val="172B42"/>
                </a:solidFill>
              </a:defRPr>
            </a:lvl8pPr>
            <a:lvl9pPr algn="l">
              <a:defRPr sz="210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B42"/>
                </a:solidFill>
              </a:defRPr>
            </a:pPr>
            <a:r>
              <a:rPr sz="2100" b="1">
                <a:solidFill>
                  <a:srgbClr val="172B42"/>
                </a:solidFill>
              </a:rPr>
              <a:t>Ridge regression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17250-FE3C-426B-82BE-0B970182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Regularized linear model with training-only scaling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265C0-E183-4F83-A93D-98D0FBC5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00475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172B42"/>
                </a:solidFill>
              </a:defRPr>
            </a:defPPr>
            <a:lvl1pPr algn="l">
              <a:defRPr sz="2100" b="1">
                <a:solidFill>
                  <a:srgbClr val="172B42"/>
                </a:solidFill>
              </a:defRPr>
            </a:lvl1pPr>
            <a:lvl2pPr algn="l">
              <a:defRPr sz="2100" b="1">
                <a:solidFill>
                  <a:srgbClr val="172B42"/>
                </a:solidFill>
              </a:defRPr>
            </a:lvl2pPr>
            <a:lvl3pPr algn="l">
              <a:defRPr sz="2100" b="1">
                <a:solidFill>
                  <a:srgbClr val="172B42"/>
                </a:solidFill>
              </a:defRPr>
            </a:lvl3pPr>
            <a:lvl4pPr algn="l">
              <a:defRPr sz="2100" b="1">
                <a:solidFill>
                  <a:srgbClr val="172B42"/>
                </a:solidFill>
              </a:defRPr>
            </a:lvl4pPr>
            <a:lvl5pPr algn="l">
              <a:defRPr sz="2100" b="1">
                <a:solidFill>
                  <a:srgbClr val="172B42"/>
                </a:solidFill>
              </a:defRPr>
            </a:lvl5pPr>
            <a:lvl6pPr algn="l">
              <a:defRPr sz="2100" b="1">
                <a:solidFill>
                  <a:srgbClr val="172B42"/>
                </a:solidFill>
              </a:defRPr>
            </a:lvl6pPr>
            <a:lvl7pPr algn="l">
              <a:defRPr sz="2100" b="1">
                <a:solidFill>
                  <a:srgbClr val="172B42"/>
                </a:solidFill>
              </a:defRPr>
            </a:lvl7pPr>
            <a:lvl8pPr algn="l">
              <a:defRPr sz="2100" b="1">
                <a:solidFill>
                  <a:srgbClr val="172B42"/>
                </a:solidFill>
              </a:defRPr>
            </a:lvl8pPr>
            <a:lvl9pPr algn="l">
              <a:defRPr sz="210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B42"/>
                </a:solidFill>
              </a:defRPr>
            </a:pPr>
            <a:r>
              <a:rPr sz="2100" b="1">
                <a:solidFill>
                  <a:srgbClr val="172B42"/>
                </a:solidFill>
              </a:rPr>
              <a:t>Random Forest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21DAA-6DB6-4136-B42F-470C67B3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80 regression trees with averaging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DEA8E-FA9E-42A7-B2D7-B221041B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24425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172B42"/>
                </a:solidFill>
              </a:defRPr>
            </a:defPPr>
            <a:lvl1pPr algn="l">
              <a:defRPr sz="2100" b="1">
                <a:solidFill>
                  <a:srgbClr val="172B42"/>
                </a:solidFill>
              </a:defRPr>
            </a:lvl1pPr>
            <a:lvl2pPr algn="l">
              <a:defRPr sz="2100" b="1">
                <a:solidFill>
                  <a:srgbClr val="172B42"/>
                </a:solidFill>
              </a:defRPr>
            </a:lvl2pPr>
            <a:lvl3pPr algn="l">
              <a:defRPr sz="2100" b="1">
                <a:solidFill>
                  <a:srgbClr val="172B42"/>
                </a:solidFill>
              </a:defRPr>
            </a:lvl3pPr>
            <a:lvl4pPr algn="l">
              <a:defRPr sz="2100" b="1">
                <a:solidFill>
                  <a:srgbClr val="172B42"/>
                </a:solidFill>
              </a:defRPr>
            </a:lvl4pPr>
            <a:lvl5pPr algn="l">
              <a:defRPr sz="2100" b="1">
                <a:solidFill>
                  <a:srgbClr val="172B42"/>
                </a:solidFill>
              </a:defRPr>
            </a:lvl5pPr>
            <a:lvl6pPr algn="l">
              <a:defRPr sz="2100" b="1">
                <a:solidFill>
                  <a:srgbClr val="172B42"/>
                </a:solidFill>
              </a:defRPr>
            </a:lvl6pPr>
            <a:lvl7pPr algn="l">
              <a:defRPr sz="2100" b="1">
                <a:solidFill>
                  <a:srgbClr val="172B42"/>
                </a:solidFill>
              </a:defRPr>
            </a:lvl7pPr>
            <a:lvl8pPr algn="l">
              <a:defRPr sz="2100" b="1">
                <a:solidFill>
                  <a:srgbClr val="172B42"/>
                </a:solidFill>
              </a:defRPr>
            </a:lvl8pPr>
            <a:lvl9pPr algn="l">
              <a:defRPr sz="210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B42"/>
                </a:solidFill>
              </a:defRPr>
            </a:pPr>
            <a:r>
              <a:rPr sz="2100" b="1">
                <a:solidFill>
                  <a:srgbClr val="172B42"/>
                </a:solidFill>
              </a:rPr>
              <a:t>Histogram Gradient Boosting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36D41-6641-4F2B-8E0E-D651244B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Sequential regression trees, 150 iterations</a:t>
            </a:r>
          </a:p>
        </p:txBody>
      </p:sp>
    </p:spTree>
    <p:extLst>
      <p:ext uri="{BB962C8B-B14F-4D97-AF65-F5344CB8AC3E}">
        <p14:creationId xmlns:p14="http://schemas.microsoft.com/office/powerpoint/2010/main" val="16302836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55A0ED-0DBC-4FC2-94D4-CA3379A0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72B42"/>
                </a:solidFill>
              </a:defRPr>
            </a:defPPr>
            <a:lvl1pPr algn="l">
              <a:defRPr sz="2625" b="1">
                <a:solidFill>
                  <a:srgbClr val="172B42"/>
                </a:solidFill>
              </a:defRPr>
            </a:lvl1pPr>
            <a:lvl2pPr algn="l">
              <a:defRPr sz="2625" b="1">
                <a:solidFill>
                  <a:srgbClr val="172B42"/>
                </a:solidFill>
              </a:defRPr>
            </a:lvl2pPr>
            <a:lvl3pPr algn="l">
              <a:defRPr sz="2625" b="1">
                <a:solidFill>
                  <a:srgbClr val="172B42"/>
                </a:solidFill>
              </a:defRPr>
            </a:lvl3pPr>
            <a:lvl4pPr algn="l">
              <a:defRPr sz="2625" b="1">
                <a:solidFill>
                  <a:srgbClr val="172B42"/>
                </a:solidFill>
              </a:defRPr>
            </a:lvl4pPr>
            <a:lvl5pPr algn="l">
              <a:defRPr sz="2625" b="1">
                <a:solidFill>
                  <a:srgbClr val="172B42"/>
                </a:solidFill>
              </a:defRPr>
            </a:lvl5pPr>
            <a:lvl6pPr algn="l">
              <a:defRPr sz="2625" b="1">
                <a:solidFill>
                  <a:srgbClr val="172B42"/>
                </a:solidFill>
              </a:defRPr>
            </a:lvl6pPr>
            <a:lvl7pPr algn="l">
              <a:defRPr sz="2625" b="1">
                <a:solidFill>
                  <a:srgbClr val="172B42"/>
                </a:solidFill>
              </a:defRPr>
            </a:lvl7pPr>
            <a:lvl8pPr algn="l">
              <a:defRPr sz="2625" b="1">
                <a:solidFill>
                  <a:srgbClr val="172B42"/>
                </a:solidFill>
              </a:defRPr>
            </a:lvl8pPr>
            <a:lvl9pPr algn="l">
              <a:defRPr sz="26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42"/>
                </a:solidFill>
              </a:defRPr>
            </a:pPr>
            <a:r>
              <a:rPr sz="2625" b="1">
                <a:solidFill>
                  <a:srgbClr val="172B42"/>
                </a:solidFill>
              </a:rPr>
              <a:t>Validation RMSE and selected models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55005-EBBE-4981-9454-5C13A5C3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266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72B42"/>
                </a:solidFill>
              </a:defRPr>
            </a:defPPr>
            <a:lvl1pPr algn="l">
              <a:defRPr sz="1575" b="1">
                <a:solidFill>
                  <a:srgbClr val="172B42"/>
                </a:solidFill>
              </a:defRPr>
            </a:lvl1pPr>
            <a:lvl2pPr algn="l">
              <a:defRPr sz="1575" b="1">
                <a:solidFill>
                  <a:srgbClr val="172B42"/>
                </a:solidFill>
              </a:defRPr>
            </a:lvl2pPr>
            <a:lvl3pPr algn="l">
              <a:defRPr sz="1575" b="1">
                <a:solidFill>
                  <a:srgbClr val="172B42"/>
                </a:solidFill>
              </a:defRPr>
            </a:lvl3pPr>
            <a:lvl4pPr algn="l">
              <a:defRPr sz="1575" b="1">
                <a:solidFill>
                  <a:srgbClr val="172B42"/>
                </a:solidFill>
              </a:defRPr>
            </a:lvl4pPr>
            <a:lvl5pPr algn="l">
              <a:defRPr sz="1575" b="1">
                <a:solidFill>
                  <a:srgbClr val="172B42"/>
                </a:solidFill>
              </a:defRPr>
            </a:lvl5pPr>
            <a:lvl6pPr algn="l">
              <a:defRPr sz="1575" b="1">
                <a:solidFill>
                  <a:srgbClr val="172B42"/>
                </a:solidFill>
              </a:defRPr>
            </a:lvl6pPr>
            <a:lvl7pPr algn="l">
              <a:defRPr sz="1575" b="1">
                <a:solidFill>
                  <a:srgbClr val="172B42"/>
                </a:solidFill>
              </a:defRPr>
            </a:lvl7pPr>
            <a:lvl8pPr algn="l">
              <a:defRPr sz="1575" b="1">
                <a:solidFill>
                  <a:srgbClr val="172B42"/>
                </a:solidFill>
              </a:defRPr>
            </a:lvl8pPr>
            <a:lvl9pPr algn="l">
              <a:defRPr sz="157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B42"/>
                </a:solidFill>
              </a:defRPr>
            </a:pPr>
            <a:r>
              <a:rPr sz="1575" b="1">
                <a:solidFill>
                  <a:srgbClr val="172B42"/>
                </a:solidFill>
              </a:rPr>
              <a:t>Subset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F0607-718F-410A-A449-401F7658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5430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72B42"/>
                </a:solidFill>
              </a:defRPr>
            </a:defPPr>
            <a:lvl1pPr algn="l">
              <a:defRPr sz="1575" b="1">
                <a:solidFill>
                  <a:srgbClr val="172B42"/>
                </a:solidFill>
              </a:defRPr>
            </a:lvl1pPr>
            <a:lvl2pPr algn="l">
              <a:defRPr sz="1575" b="1">
                <a:solidFill>
                  <a:srgbClr val="172B42"/>
                </a:solidFill>
              </a:defRPr>
            </a:lvl2pPr>
            <a:lvl3pPr algn="l">
              <a:defRPr sz="1575" b="1">
                <a:solidFill>
                  <a:srgbClr val="172B42"/>
                </a:solidFill>
              </a:defRPr>
            </a:lvl3pPr>
            <a:lvl4pPr algn="l">
              <a:defRPr sz="1575" b="1">
                <a:solidFill>
                  <a:srgbClr val="172B42"/>
                </a:solidFill>
              </a:defRPr>
            </a:lvl4pPr>
            <a:lvl5pPr algn="l">
              <a:defRPr sz="1575" b="1">
                <a:solidFill>
                  <a:srgbClr val="172B42"/>
                </a:solidFill>
              </a:defRPr>
            </a:lvl5pPr>
            <a:lvl6pPr algn="l">
              <a:defRPr sz="1575" b="1">
                <a:solidFill>
                  <a:srgbClr val="172B42"/>
                </a:solidFill>
              </a:defRPr>
            </a:lvl6pPr>
            <a:lvl7pPr algn="l">
              <a:defRPr sz="1575" b="1">
                <a:solidFill>
                  <a:srgbClr val="172B42"/>
                </a:solidFill>
              </a:defRPr>
            </a:lvl7pPr>
            <a:lvl8pPr algn="l">
              <a:defRPr sz="1575" b="1">
                <a:solidFill>
                  <a:srgbClr val="172B42"/>
                </a:solidFill>
              </a:defRPr>
            </a:lvl8pPr>
            <a:lvl9pPr algn="l">
              <a:defRPr sz="157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B42"/>
                </a:solidFill>
              </a:defRPr>
            </a:pPr>
            <a:r>
              <a:rPr sz="1575" b="1">
                <a:solidFill>
                  <a:srgbClr val="172B42"/>
                </a:solidFill>
              </a:rPr>
              <a:t>Median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DDE91-6010-47A0-9D47-E17C2053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5430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72B42"/>
                </a:solidFill>
              </a:defRPr>
            </a:defPPr>
            <a:lvl1pPr algn="l">
              <a:defRPr sz="1575" b="1">
                <a:solidFill>
                  <a:srgbClr val="172B42"/>
                </a:solidFill>
              </a:defRPr>
            </a:lvl1pPr>
            <a:lvl2pPr algn="l">
              <a:defRPr sz="1575" b="1">
                <a:solidFill>
                  <a:srgbClr val="172B42"/>
                </a:solidFill>
              </a:defRPr>
            </a:lvl2pPr>
            <a:lvl3pPr algn="l">
              <a:defRPr sz="1575" b="1">
                <a:solidFill>
                  <a:srgbClr val="172B42"/>
                </a:solidFill>
              </a:defRPr>
            </a:lvl3pPr>
            <a:lvl4pPr algn="l">
              <a:defRPr sz="1575" b="1">
                <a:solidFill>
                  <a:srgbClr val="172B42"/>
                </a:solidFill>
              </a:defRPr>
            </a:lvl4pPr>
            <a:lvl5pPr algn="l">
              <a:defRPr sz="1575" b="1">
                <a:solidFill>
                  <a:srgbClr val="172B42"/>
                </a:solidFill>
              </a:defRPr>
            </a:lvl5pPr>
            <a:lvl6pPr algn="l">
              <a:defRPr sz="1575" b="1">
                <a:solidFill>
                  <a:srgbClr val="172B42"/>
                </a:solidFill>
              </a:defRPr>
            </a:lvl6pPr>
            <a:lvl7pPr algn="l">
              <a:defRPr sz="1575" b="1">
                <a:solidFill>
                  <a:srgbClr val="172B42"/>
                </a:solidFill>
              </a:defRPr>
            </a:lvl7pPr>
            <a:lvl8pPr algn="l">
              <a:defRPr sz="1575" b="1">
                <a:solidFill>
                  <a:srgbClr val="172B42"/>
                </a:solidFill>
              </a:defRPr>
            </a:lvl8pPr>
            <a:lvl9pPr algn="l">
              <a:defRPr sz="157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B42"/>
                </a:solidFill>
              </a:defRPr>
            </a:pPr>
            <a:r>
              <a:rPr sz="1575" b="1">
                <a:solidFill>
                  <a:srgbClr val="172B42"/>
                </a:solidFill>
              </a:rPr>
              <a:t>Ridge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D504C-D00A-4613-9591-D75D4285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5430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72B42"/>
                </a:solidFill>
              </a:defRPr>
            </a:defPPr>
            <a:lvl1pPr algn="l">
              <a:defRPr sz="1575" b="1">
                <a:solidFill>
                  <a:srgbClr val="172B42"/>
                </a:solidFill>
              </a:defRPr>
            </a:lvl1pPr>
            <a:lvl2pPr algn="l">
              <a:defRPr sz="1575" b="1">
                <a:solidFill>
                  <a:srgbClr val="172B42"/>
                </a:solidFill>
              </a:defRPr>
            </a:lvl2pPr>
            <a:lvl3pPr algn="l">
              <a:defRPr sz="1575" b="1">
                <a:solidFill>
                  <a:srgbClr val="172B42"/>
                </a:solidFill>
              </a:defRPr>
            </a:lvl3pPr>
            <a:lvl4pPr algn="l">
              <a:defRPr sz="1575" b="1">
                <a:solidFill>
                  <a:srgbClr val="172B42"/>
                </a:solidFill>
              </a:defRPr>
            </a:lvl4pPr>
            <a:lvl5pPr algn="l">
              <a:defRPr sz="1575" b="1">
                <a:solidFill>
                  <a:srgbClr val="172B42"/>
                </a:solidFill>
              </a:defRPr>
            </a:lvl5pPr>
            <a:lvl6pPr algn="l">
              <a:defRPr sz="1575" b="1">
                <a:solidFill>
                  <a:srgbClr val="172B42"/>
                </a:solidFill>
              </a:defRPr>
            </a:lvl6pPr>
            <a:lvl7pPr algn="l">
              <a:defRPr sz="1575" b="1">
                <a:solidFill>
                  <a:srgbClr val="172B42"/>
                </a:solidFill>
              </a:defRPr>
            </a:lvl7pPr>
            <a:lvl8pPr algn="l">
              <a:defRPr sz="1575" b="1">
                <a:solidFill>
                  <a:srgbClr val="172B42"/>
                </a:solidFill>
              </a:defRPr>
            </a:lvl8pPr>
            <a:lvl9pPr algn="l">
              <a:defRPr sz="157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B42"/>
                </a:solidFill>
              </a:defRPr>
            </a:pPr>
            <a:r>
              <a:rPr sz="1575" b="1">
                <a:solidFill>
                  <a:srgbClr val="172B42"/>
                </a:solidFill>
              </a:rPr>
              <a:t>Forest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17434-427D-489C-BDE0-A6987AA3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54305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72B42"/>
                </a:solidFill>
              </a:defRPr>
            </a:defPPr>
            <a:lvl1pPr algn="l">
              <a:defRPr sz="1575" b="1">
                <a:solidFill>
                  <a:srgbClr val="172B42"/>
                </a:solidFill>
              </a:defRPr>
            </a:lvl1pPr>
            <a:lvl2pPr algn="l">
              <a:defRPr sz="1575" b="1">
                <a:solidFill>
                  <a:srgbClr val="172B42"/>
                </a:solidFill>
              </a:defRPr>
            </a:lvl2pPr>
            <a:lvl3pPr algn="l">
              <a:defRPr sz="1575" b="1">
                <a:solidFill>
                  <a:srgbClr val="172B42"/>
                </a:solidFill>
              </a:defRPr>
            </a:lvl3pPr>
            <a:lvl4pPr algn="l">
              <a:defRPr sz="1575" b="1">
                <a:solidFill>
                  <a:srgbClr val="172B42"/>
                </a:solidFill>
              </a:defRPr>
            </a:lvl4pPr>
            <a:lvl5pPr algn="l">
              <a:defRPr sz="1575" b="1">
                <a:solidFill>
                  <a:srgbClr val="172B42"/>
                </a:solidFill>
              </a:defRPr>
            </a:lvl5pPr>
            <a:lvl6pPr algn="l">
              <a:defRPr sz="1575" b="1">
                <a:solidFill>
                  <a:srgbClr val="172B42"/>
                </a:solidFill>
              </a:defRPr>
            </a:lvl6pPr>
            <a:lvl7pPr algn="l">
              <a:defRPr sz="1575" b="1">
                <a:solidFill>
                  <a:srgbClr val="172B42"/>
                </a:solidFill>
              </a:defRPr>
            </a:lvl7pPr>
            <a:lvl8pPr algn="l">
              <a:defRPr sz="1575" b="1">
                <a:solidFill>
                  <a:srgbClr val="172B42"/>
                </a:solidFill>
              </a:defRPr>
            </a:lvl8pPr>
            <a:lvl9pPr algn="l">
              <a:defRPr sz="157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B42"/>
                </a:solidFill>
              </a:defRPr>
            </a:pPr>
            <a:r>
              <a:rPr sz="1575" b="1">
                <a:solidFill>
                  <a:srgbClr val="172B42"/>
                </a:solidFill>
              </a:rPr>
              <a:t>Boosting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3030E-D782-4882-823D-4F1DA0BC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543050"/>
            <a:ext cx="274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72B42"/>
                </a:solidFill>
              </a:defRPr>
            </a:defPPr>
            <a:lvl1pPr algn="l">
              <a:defRPr sz="1575" b="1">
                <a:solidFill>
                  <a:srgbClr val="172B42"/>
                </a:solidFill>
              </a:defRPr>
            </a:lvl1pPr>
            <a:lvl2pPr algn="l">
              <a:defRPr sz="1575" b="1">
                <a:solidFill>
                  <a:srgbClr val="172B42"/>
                </a:solidFill>
              </a:defRPr>
            </a:lvl2pPr>
            <a:lvl3pPr algn="l">
              <a:defRPr sz="1575" b="1">
                <a:solidFill>
                  <a:srgbClr val="172B42"/>
                </a:solidFill>
              </a:defRPr>
            </a:lvl3pPr>
            <a:lvl4pPr algn="l">
              <a:defRPr sz="1575" b="1">
                <a:solidFill>
                  <a:srgbClr val="172B42"/>
                </a:solidFill>
              </a:defRPr>
            </a:lvl4pPr>
            <a:lvl5pPr algn="l">
              <a:defRPr sz="1575" b="1">
                <a:solidFill>
                  <a:srgbClr val="172B42"/>
                </a:solidFill>
              </a:defRPr>
            </a:lvl5pPr>
            <a:lvl6pPr algn="l">
              <a:defRPr sz="1575" b="1">
                <a:solidFill>
                  <a:srgbClr val="172B42"/>
                </a:solidFill>
              </a:defRPr>
            </a:lvl6pPr>
            <a:lvl7pPr algn="l">
              <a:defRPr sz="1575" b="1">
                <a:solidFill>
                  <a:srgbClr val="172B42"/>
                </a:solidFill>
              </a:defRPr>
            </a:lvl7pPr>
            <a:lvl8pPr algn="l">
              <a:defRPr sz="1575" b="1">
                <a:solidFill>
                  <a:srgbClr val="172B42"/>
                </a:solidFill>
              </a:defRPr>
            </a:lvl8pPr>
            <a:lvl9pPr algn="l">
              <a:defRPr sz="157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B42"/>
                </a:solidFill>
              </a:defRPr>
            </a:pPr>
            <a:r>
              <a:rPr sz="1575" b="1">
                <a:solidFill>
                  <a:srgbClr val="172B42"/>
                </a:solidFill>
              </a:rPr>
              <a:t>Selected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9B9E1-AA0D-4318-849B-0AAD3DE8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52675"/>
            <a:ext cx="1266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FD001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B9BD8-02AD-463B-ADD8-F47F2C07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35267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47.51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F99B30-B429-4870-A8F8-4128A556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5267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32.93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B82B8-E5B9-46C0-8414-47D9584C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35267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27.17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99E03F-77AC-432A-B12E-4923633E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352675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27.31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0DA22-90B1-4077-B290-1E77D15D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352675"/>
            <a:ext cx="274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Forest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3C3C77-72D5-4A06-A66C-D368AA28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76575"/>
            <a:ext cx="1266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FD002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8466A4-3D87-4841-851E-8C6FC536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07657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47.55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5A0E19-5C3C-44DA-9707-C8E6F21B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07657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41.37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DB89A6-0480-482C-940C-E1C4885D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07657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33.14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C092C6-88B9-46CC-AFC7-E03F73AB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076575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32.16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12B4F7-47CD-4987-842B-BFF9F844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076575"/>
            <a:ext cx="274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Boosting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6DDB4A-48D3-4D3B-AB8C-5E990BC7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266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FD003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B8C501-08A1-49EC-968F-83A795A6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80047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67.43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68FCC0-2186-4E9B-BD54-2A5DB99D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80047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53.09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A03F65-8C9A-407A-B625-9428ECB4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80047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28.13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15577C-6481-4AC8-AF04-1F396A32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800475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24.87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C8230E-EE54-4CFF-A365-C568D57A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800475"/>
            <a:ext cx="274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Boosting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A0D91B-CEE1-4746-83F2-D7896247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24375"/>
            <a:ext cx="1266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FD004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985710-7825-4A51-9E63-BF400A5F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52437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58.79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E1317A-82A2-4704-AD83-769D4DA7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52437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56.47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9803D7-CFB8-4C1C-9095-D6EFFFC8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52437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45.38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B0A9D3-FF7D-4662-BFEC-DC1D3475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24375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45.19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7C40D6-B7E8-40FF-BF2C-58C2C4FA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524375"/>
            <a:ext cx="274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Boosting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E89BC4-C657-49C0-BA97-BF10D568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5A6875"/>
                </a:solidFill>
              </a:defRPr>
            </a:defPPr>
            <a:lvl1pPr algn="l">
              <a:defRPr sz="1500" b="0">
                <a:solidFill>
                  <a:srgbClr val="5A6875"/>
                </a:solidFill>
              </a:defRPr>
            </a:lvl1pPr>
            <a:lvl2pPr algn="l">
              <a:defRPr sz="1500" b="0">
                <a:solidFill>
                  <a:srgbClr val="5A6875"/>
                </a:solidFill>
              </a:defRPr>
            </a:lvl2pPr>
            <a:lvl3pPr algn="l">
              <a:defRPr sz="1500" b="0">
                <a:solidFill>
                  <a:srgbClr val="5A6875"/>
                </a:solidFill>
              </a:defRPr>
            </a:lvl3pPr>
            <a:lvl4pPr algn="l">
              <a:defRPr sz="1500" b="0">
                <a:solidFill>
                  <a:srgbClr val="5A6875"/>
                </a:solidFill>
              </a:defRPr>
            </a:lvl4pPr>
            <a:lvl5pPr algn="l">
              <a:defRPr sz="1500" b="0">
                <a:solidFill>
                  <a:srgbClr val="5A6875"/>
                </a:solidFill>
              </a:defRPr>
            </a:lvl5pPr>
            <a:lvl6pPr algn="l">
              <a:defRPr sz="1500" b="0">
                <a:solidFill>
                  <a:srgbClr val="5A6875"/>
                </a:solidFill>
              </a:defRPr>
            </a:lvl6pPr>
            <a:lvl7pPr algn="l">
              <a:defRPr sz="1500" b="0">
                <a:solidFill>
                  <a:srgbClr val="5A6875"/>
                </a:solidFill>
              </a:defRPr>
            </a:lvl7pPr>
            <a:lvl8pPr algn="l">
              <a:defRPr sz="1500" b="0">
                <a:solidFill>
                  <a:srgbClr val="5A6875"/>
                </a:solidFill>
              </a:defRPr>
            </a:lvl8pPr>
            <a:lvl9pPr algn="l">
              <a:defRPr sz="1500" b="0">
                <a:solidFill>
                  <a:srgbClr val="5A6875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A6875"/>
                </a:solidFill>
              </a:defRPr>
            </a:pPr>
            <a:r>
              <a:rPr sz="1500" b="0">
                <a:solidFill>
                  <a:srgbClr val="5A6875"/>
                </a:solidFill>
              </a:rPr>
              <a:t>The FD001 forest lead is only 0.14 cycles; FD004’s boosting lead is about 0.19 cycles.</a:t>
            </a:r>
          </a:p>
        </p:txBody>
      </p:sp>
    </p:spTree>
    <p:extLst>
      <p:ext uri="{BB962C8B-B14F-4D97-AF65-F5344CB8AC3E}">
        <p14:creationId xmlns:p14="http://schemas.microsoft.com/office/powerpoint/2010/main" val="14929037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768DD0-ABE5-418C-AFDE-F0072791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72B42"/>
                </a:solidFill>
              </a:defRPr>
            </a:defPPr>
            <a:lvl1pPr algn="l">
              <a:defRPr sz="2625" b="1">
                <a:solidFill>
                  <a:srgbClr val="172B42"/>
                </a:solidFill>
              </a:defRPr>
            </a:lvl1pPr>
            <a:lvl2pPr algn="l">
              <a:defRPr sz="2625" b="1">
                <a:solidFill>
                  <a:srgbClr val="172B42"/>
                </a:solidFill>
              </a:defRPr>
            </a:lvl2pPr>
            <a:lvl3pPr algn="l">
              <a:defRPr sz="2625" b="1">
                <a:solidFill>
                  <a:srgbClr val="172B42"/>
                </a:solidFill>
              </a:defRPr>
            </a:lvl3pPr>
            <a:lvl4pPr algn="l">
              <a:defRPr sz="2625" b="1">
                <a:solidFill>
                  <a:srgbClr val="172B42"/>
                </a:solidFill>
              </a:defRPr>
            </a:lvl4pPr>
            <a:lvl5pPr algn="l">
              <a:defRPr sz="2625" b="1">
                <a:solidFill>
                  <a:srgbClr val="172B42"/>
                </a:solidFill>
              </a:defRPr>
            </a:lvl5pPr>
            <a:lvl6pPr algn="l">
              <a:defRPr sz="2625" b="1">
                <a:solidFill>
                  <a:srgbClr val="172B42"/>
                </a:solidFill>
              </a:defRPr>
            </a:lvl6pPr>
            <a:lvl7pPr algn="l">
              <a:defRPr sz="2625" b="1">
                <a:solidFill>
                  <a:srgbClr val="172B42"/>
                </a:solidFill>
              </a:defRPr>
            </a:lvl7pPr>
            <a:lvl8pPr algn="l">
              <a:defRPr sz="2625" b="1">
                <a:solidFill>
                  <a:srgbClr val="172B42"/>
                </a:solidFill>
              </a:defRPr>
            </a:lvl8pPr>
            <a:lvl9pPr algn="l">
              <a:defRPr sz="26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42"/>
                </a:solidFill>
              </a:defRPr>
            </a:pPr>
            <a:r>
              <a:rPr sz="2625" b="1">
                <a:solidFill>
                  <a:srgbClr val="172B42"/>
                </a:solidFill>
              </a:rPr>
              <a:t>Official test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5969C-1722-4DE6-AA6C-9B829275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72B42"/>
                </a:solidFill>
              </a:defRPr>
            </a:defPPr>
            <a:lvl1pPr algn="l">
              <a:defRPr sz="1650" b="1">
                <a:solidFill>
                  <a:srgbClr val="172B42"/>
                </a:solidFill>
              </a:defRPr>
            </a:lvl1pPr>
            <a:lvl2pPr algn="l">
              <a:defRPr sz="1650" b="1">
                <a:solidFill>
                  <a:srgbClr val="172B42"/>
                </a:solidFill>
              </a:defRPr>
            </a:lvl2pPr>
            <a:lvl3pPr algn="l">
              <a:defRPr sz="1650" b="1">
                <a:solidFill>
                  <a:srgbClr val="172B42"/>
                </a:solidFill>
              </a:defRPr>
            </a:lvl3pPr>
            <a:lvl4pPr algn="l">
              <a:defRPr sz="1650" b="1">
                <a:solidFill>
                  <a:srgbClr val="172B42"/>
                </a:solidFill>
              </a:defRPr>
            </a:lvl4pPr>
            <a:lvl5pPr algn="l">
              <a:defRPr sz="1650" b="1">
                <a:solidFill>
                  <a:srgbClr val="172B42"/>
                </a:solidFill>
              </a:defRPr>
            </a:lvl5pPr>
            <a:lvl6pPr algn="l">
              <a:defRPr sz="1650" b="1">
                <a:solidFill>
                  <a:srgbClr val="172B42"/>
                </a:solidFill>
              </a:defRPr>
            </a:lvl6pPr>
            <a:lvl7pPr algn="l">
              <a:defRPr sz="1650" b="1">
                <a:solidFill>
                  <a:srgbClr val="172B42"/>
                </a:solidFill>
              </a:defRPr>
            </a:lvl7pPr>
            <a:lvl8pPr algn="l">
              <a:defRPr sz="1650" b="1">
                <a:solidFill>
                  <a:srgbClr val="172B42"/>
                </a:solidFill>
              </a:defRPr>
            </a:lvl8pPr>
            <a:lvl9pPr algn="l">
              <a:defRPr sz="165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B42"/>
                </a:solidFill>
              </a:defRPr>
            </a:pPr>
            <a:r>
              <a:rPr sz="1650" b="1">
                <a:solidFill>
                  <a:srgbClr val="172B42"/>
                </a:solidFill>
              </a:rPr>
              <a:t>Subset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CFB0F-C16C-4A06-856C-68410D15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543050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72B42"/>
                </a:solidFill>
              </a:defRPr>
            </a:defPPr>
            <a:lvl1pPr algn="l">
              <a:defRPr sz="1650" b="1">
                <a:solidFill>
                  <a:srgbClr val="172B42"/>
                </a:solidFill>
              </a:defRPr>
            </a:lvl1pPr>
            <a:lvl2pPr algn="l">
              <a:defRPr sz="1650" b="1">
                <a:solidFill>
                  <a:srgbClr val="172B42"/>
                </a:solidFill>
              </a:defRPr>
            </a:lvl2pPr>
            <a:lvl3pPr algn="l">
              <a:defRPr sz="1650" b="1">
                <a:solidFill>
                  <a:srgbClr val="172B42"/>
                </a:solidFill>
              </a:defRPr>
            </a:lvl3pPr>
            <a:lvl4pPr algn="l">
              <a:defRPr sz="1650" b="1">
                <a:solidFill>
                  <a:srgbClr val="172B42"/>
                </a:solidFill>
              </a:defRPr>
            </a:lvl4pPr>
            <a:lvl5pPr algn="l">
              <a:defRPr sz="1650" b="1">
                <a:solidFill>
                  <a:srgbClr val="172B42"/>
                </a:solidFill>
              </a:defRPr>
            </a:lvl5pPr>
            <a:lvl6pPr algn="l">
              <a:defRPr sz="1650" b="1">
                <a:solidFill>
                  <a:srgbClr val="172B42"/>
                </a:solidFill>
              </a:defRPr>
            </a:lvl6pPr>
            <a:lvl7pPr algn="l">
              <a:defRPr sz="1650" b="1">
                <a:solidFill>
                  <a:srgbClr val="172B42"/>
                </a:solidFill>
              </a:defRPr>
            </a:lvl7pPr>
            <a:lvl8pPr algn="l">
              <a:defRPr sz="1650" b="1">
                <a:solidFill>
                  <a:srgbClr val="172B42"/>
                </a:solidFill>
              </a:defRPr>
            </a:lvl8pPr>
            <a:lvl9pPr algn="l">
              <a:defRPr sz="165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B42"/>
                </a:solidFill>
              </a:defRPr>
            </a:pPr>
            <a:r>
              <a:rPr sz="1650" b="1">
                <a:solidFill>
                  <a:srgbClr val="172B42"/>
                </a:solidFill>
              </a:rPr>
              <a:t>Selected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79245-4145-4E7E-87D0-939557A1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543050"/>
            <a:ext cx="1362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72B42"/>
                </a:solidFill>
              </a:defRPr>
            </a:defPPr>
            <a:lvl1pPr algn="l">
              <a:defRPr sz="1650" b="1">
                <a:solidFill>
                  <a:srgbClr val="172B42"/>
                </a:solidFill>
              </a:defRPr>
            </a:lvl1pPr>
            <a:lvl2pPr algn="l">
              <a:defRPr sz="1650" b="1">
                <a:solidFill>
                  <a:srgbClr val="172B42"/>
                </a:solidFill>
              </a:defRPr>
            </a:lvl2pPr>
            <a:lvl3pPr algn="l">
              <a:defRPr sz="1650" b="1">
                <a:solidFill>
                  <a:srgbClr val="172B42"/>
                </a:solidFill>
              </a:defRPr>
            </a:lvl3pPr>
            <a:lvl4pPr algn="l">
              <a:defRPr sz="1650" b="1">
                <a:solidFill>
                  <a:srgbClr val="172B42"/>
                </a:solidFill>
              </a:defRPr>
            </a:lvl4pPr>
            <a:lvl5pPr algn="l">
              <a:defRPr sz="1650" b="1">
                <a:solidFill>
                  <a:srgbClr val="172B42"/>
                </a:solidFill>
              </a:defRPr>
            </a:lvl5pPr>
            <a:lvl6pPr algn="l">
              <a:defRPr sz="1650" b="1">
                <a:solidFill>
                  <a:srgbClr val="172B42"/>
                </a:solidFill>
              </a:defRPr>
            </a:lvl6pPr>
            <a:lvl7pPr algn="l">
              <a:defRPr sz="1650" b="1">
                <a:solidFill>
                  <a:srgbClr val="172B42"/>
                </a:solidFill>
              </a:defRPr>
            </a:lvl7pPr>
            <a:lvl8pPr algn="l">
              <a:defRPr sz="1650" b="1">
                <a:solidFill>
                  <a:srgbClr val="172B42"/>
                </a:solidFill>
              </a:defRPr>
            </a:lvl8pPr>
            <a:lvl9pPr algn="l">
              <a:defRPr sz="165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B42"/>
                </a:solidFill>
              </a:defRPr>
            </a:pPr>
            <a:r>
              <a:rPr sz="1650" b="1">
                <a:solidFill>
                  <a:srgbClr val="172B42"/>
                </a:solidFill>
              </a:rPr>
              <a:t>MAE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EED16-0A6A-47B7-801C-225FE887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543050"/>
            <a:ext cx="1362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72B42"/>
                </a:solidFill>
              </a:defRPr>
            </a:defPPr>
            <a:lvl1pPr algn="l">
              <a:defRPr sz="1650" b="1">
                <a:solidFill>
                  <a:srgbClr val="172B42"/>
                </a:solidFill>
              </a:defRPr>
            </a:lvl1pPr>
            <a:lvl2pPr algn="l">
              <a:defRPr sz="1650" b="1">
                <a:solidFill>
                  <a:srgbClr val="172B42"/>
                </a:solidFill>
              </a:defRPr>
            </a:lvl2pPr>
            <a:lvl3pPr algn="l">
              <a:defRPr sz="1650" b="1">
                <a:solidFill>
                  <a:srgbClr val="172B42"/>
                </a:solidFill>
              </a:defRPr>
            </a:lvl3pPr>
            <a:lvl4pPr algn="l">
              <a:defRPr sz="1650" b="1">
                <a:solidFill>
                  <a:srgbClr val="172B42"/>
                </a:solidFill>
              </a:defRPr>
            </a:lvl4pPr>
            <a:lvl5pPr algn="l">
              <a:defRPr sz="1650" b="1">
                <a:solidFill>
                  <a:srgbClr val="172B42"/>
                </a:solidFill>
              </a:defRPr>
            </a:lvl5pPr>
            <a:lvl6pPr algn="l">
              <a:defRPr sz="1650" b="1">
                <a:solidFill>
                  <a:srgbClr val="172B42"/>
                </a:solidFill>
              </a:defRPr>
            </a:lvl6pPr>
            <a:lvl7pPr algn="l">
              <a:defRPr sz="1650" b="1">
                <a:solidFill>
                  <a:srgbClr val="172B42"/>
                </a:solidFill>
              </a:defRPr>
            </a:lvl7pPr>
            <a:lvl8pPr algn="l">
              <a:defRPr sz="1650" b="1">
                <a:solidFill>
                  <a:srgbClr val="172B42"/>
                </a:solidFill>
              </a:defRPr>
            </a:lvl8pPr>
            <a:lvl9pPr algn="l">
              <a:defRPr sz="165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B42"/>
                </a:solidFill>
              </a:defRPr>
            </a:pPr>
            <a:r>
              <a:rPr sz="1650" b="1">
                <a:solidFill>
                  <a:srgbClr val="172B42"/>
                </a:solidFill>
              </a:rPr>
              <a:t>RMSE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63795-128E-4271-B4C1-9FF06C35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543050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72B42"/>
                </a:solidFill>
              </a:defRPr>
            </a:defPPr>
            <a:lvl1pPr algn="l">
              <a:defRPr sz="1650" b="1">
                <a:solidFill>
                  <a:srgbClr val="172B42"/>
                </a:solidFill>
              </a:defRPr>
            </a:lvl1pPr>
            <a:lvl2pPr algn="l">
              <a:defRPr sz="1650" b="1">
                <a:solidFill>
                  <a:srgbClr val="172B42"/>
                </a:solidFill>
              </a:defRPr>
            </a:lvl2pPr>
            <a:lvl3pPr algn="l">
              <a:defRPr sz="1650" b="1">
                <a:solidFill>
                  <a:srgbClr val="172B42"/>
                </a:solidFill>
              </a:defRPr>
            </a:lvl3pPr>
            <a:lvl4pPr algn="l">
              <a:defRPr sz="1650" b="1">
                <a:solidFill>
                  <a:srgbClr val="172B42"/>
                </a:solidFill>
              </a:defRPr>
            </a:lvl4pPr>
            <a:lvl5pPr algn="l">
              <a:defRPr sz="1650" b="1">
                <a:solidFill>
                  <a:srgbClr val="172B42"/>
                </a:solidFill>
              </a:defRPr>
            </a:lvl5pPr>
            <a:lvl6pPr algn="l">
              <a:defRPr sz="1650" b="1">
                <a:solidFill>
                  <a:srgbClr val="172B42"/>
                </a:solidFill>
              </a:defRPr>
            </a:lvl6pPr>
            <a:lvl7pPr algn="l">
              <a:defRPr sz="1650" b="1">
                <a:solidFill>
                  <a:srgbClr val="172B42"/>
                </a:solidFill>
              </a:defRPr>
            </a:lvl7pPr>
            <a:lvl8pPr algn="l">
              <a:defRPr sz="1650" b="1">
                <a:solidFill>
                  <a:srgbClr val="172B42"/>
                </a:solidFill>
              </a:defRPr>
            </a:lvl8pPr>
            <a:lvl9pPr algn="l">
              <a:defRPr sz="165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B42"/>
                </a:solidFill>
              </a:defRPr>
            </a:pPr>
            <a:r>
              <a:rPr sz="1650" b="1">
                <a:solidFill>
                  <a:srgbClr val="172B42"/>
                </a:solidFill>
              </a:rPr>
              <a:t>R²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F1A18-0DE6-4DBC-93D9-2730D838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5267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FD001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1CE1B-3F8F-4017-B473-15C1A8E5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5267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344454"/>
                </a:solidFill>
              </a:defRPr>
            </a:defPPr>
            <a:lvl1pPr algn="l">
              <a:defRPr sz="1575" b="0">
                <a:solidFill>
                  <a:srgbClr val="344454"/>
                </a:solidFill>
              </a:defRPr>
            </a:lvl1pPr>
            <a:lvl2pPr algn="l">
              <a:defRPr sz="1575" b="0">
                <a:solidFill>
                  <a:srgbClr val="344454"/>
                </a:solidFill>
              </a:defRPr>
            </a:lvl2pPr>
            <a:lvl3pPr algn="l">
              <a:defRPr sz="1575" b="0">
                <a:solidFill>
                  <a:srgbClr val="344454"/>
                </a:solidFill>
              </a:defRPr>
            </a:lvl3pPr>
            <a:lvl4pPr algn="l">
              <a:defRPr sz="1575" b="0">
                <a:solidFill>
                  <a:srgbClr val="344454"/>
                </a:solidFill>
              </a:defRPr>
            </a:lvl4pPr>
            <a:lvl5pPr algn="l">
              <a:defRPr sz="1575" b="0">
                <a:solidFill>
                  <a:srgbClr val="344454"/>
                </a:solidFill>
              </a:defRPr>
            </a:lvl5pPr>
            <a:lvl6pPr algn="l">
              <a:defRPr sz="1575" b="0">
                <a:solidFill>
                  <a:srgbClr val="344454"/>
                </a:solidFill>
              </a:defRPr>
            </a:lvl6pPr>
            <a:lvl7pPr algn="l">
              <a:defRPr sz="1575" b="0">
                <a:solidFill>
                  <a:srgbClr val="344454"/>
                </a:solidFill>
              </a:defRPr>
            </a:lvl7pPr>
            <a:lvl8pPr algn="l">
              <a:defRPr sz="1575" b="0">
                <a:solidFill>
                  <a:srgbClr val="344454"/>
                </a:solidFill>
              </a:defRPr>
            </a:lvl8pPr>
            <a:lvl9pPr algn="l">
              <a:defRPr sz="15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44454"/>
                </a:solidFill>
              </a:defRPr>
            </a:pPr>
            <a:r>
              <a:rPr sz="1575" b="0">
                <a:solidFill>
                  <a:srgbClr val="344454"/>
                </a:solidFill>
              </a:rPr>
              <a:t>Random Forest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C9705F-9D2C-4F2E-8252-467830FD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52675"/>
            <a:ext cx="1362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21.21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68B1EC-A0DC-464A-95ED-ACF754FB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352675"/>
            <a:ext cx="1362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28.68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FA761D-D569-4BD6-897C-90EBFDE0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352675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0.52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3224C4-6782-4634-88FE-280DA561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7657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FD002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FA7E22-0163-4756-A511-A90073E0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7657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344454"/>
                </a:solidFill>
              </a:defRPr>
            </a:defPPr>
            <a:lvl1pPr algn="l">
              <a:defRPr sz="1575" b="0">
                <a:solidFill>
                  <a:srgbClr val="344454"/>
                </a:solidFill>
              </a:defRPr>
            </a:lvl1pPr>
            <a:lvl2pPr algn="l">
              <a:defRPr sz="1575" b="0">
                <a:solidFill>
                  <a:srgbClr val="344454"/>
                </a:solidFill>
              </a:defRPr>
            </a:lvl2pPr>
            <a:lvl3pPr algn="l">
              <a:defRPr sz="1575" b="0">
                <a:solidFill>
                  <a:srgbClr val="344454"/>
                </a:solidFill>
              </a:defRPr>
            </a:lvl3pPr>
            <a:lvl4pPr algn="l">
              <a:defRPr sz="1575" b="0">
                <a:solidFill>
                  <a:srgbClr val="344454"/>
                </a:solidFill>
              </a:defRPr>
            </a:lvl4pPr>
            <a:lvl5pPr algn="l">
              <a:defRPr sz="1575" b="0">
                <a:solidFill>
                  <a:srgbClr val="344454"/>
                </a:solidFill>
              </a:defRPr>
            </a:lvl5pPr>
            <a:lvl6pPr algn="l">
              <a:defRPr sz="1575" b="0">
                <a:solidFill>
                  <a:srgbClr val="344454"/>
                </a:solidFill>
              </a:defRPr>
            </a:lvl6pPr>
            <a:lvl7pPr algn="l">
              <a:defRPr sz="1575" b="0">
                <a:solidFill>
                  <a:srgbClr val="344454"/>
                </a:solidFill>
              </a:defRPr>
            </a:lvl7pPr>
            <a:lvl8pPr algn="l">
              <a:defRPr sz="1575" b="0">
                <a:solidFill>
                  <a:srgbClr val="344454"/>
                </a:solidFill>
              </a:defRPr>
            </a:lvl8pPr>
            <a:lvl9pPr algn="l">
              <a:defRPr sz="15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44454"/>
                </a:solidFill>
              </a:defRPr>
            </a:pPr>
            <a:r>
              <a:rPr sz="1575" b="0">
                <a:solidFill>
                  <a:srgbClr val="344454"/>
                </a:solidFill>
              </a:rPr>
              <a:t>Histogram Gradient Boosting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B1702F-E52C-41EA-BA52-AC66C4A7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76575"/>
            <a:ext cx="1362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20.27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74CC2F-AC1B-4314-B940-95E9B89E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076575"/>
            <a:ext cx="1362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27.66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C908D6-FC32-45A8-A051-F81F7F3E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76575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0.74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C54C2B-94EC-454B-A6E4-C1F9FB08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FD003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C45CE6-746D-4C90-A3C3-6CFFD6F7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0047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344454"/>
                </a:solidFill>
              </a:defRPr>
            </a:defPPr>
            <a:lvl1pPr algn="l">
              <a:defRPr sz="1575" b="0">
                <a:solidFill>
                  <a:srgbClr val="344454"/>
                </a:solidFill>
              </a:defRPr>
            </a:lvl1pPr>
            <a:lvl2pPr algn="l">
              <a:defRPr sz="1575" b="0">
                <a:solidFill>
                  <a:srgbClr val="344454"/>
                </a:solidFill>
              </a:defRPr>
            </a:lvl2pPr>
            <a:lvl3pPr algn="l">
              <a:defRPr sz="1575" b="0">
                <a:solidFill>
                  <a:srgbClr val="344454"/>
                </a:solidFill>
              </a:defRPr>
            </a:lvl3pPr>
            <a:lvl4pPr algn="l">
              <a:defRPr sz="1575" b="0">
                <a:solidFill>
                  <a:srgbClr val="344454"/>
                </a:solidFill>
              </a:defRPr>
            </a:lvl4pPr>
            <a:lvl5pPr algn="l">
              <a:defRPr sz="1575" b="0">
                <a:solidFill>
                  <a:srgbClr val="344454"/>
                </a:solidFill>
              </a:defRPr>
            </a:lvl5pPr>
            <a:lvl6pPr algn="l">
              <a:defRPr sz="1575" b="0">
                <a:solidFill>
                  <a:srgbClr val="344454"/>
                </a:solidFill>
              </a:defRPr>
            </a:lvl6pPr>
            <a:lvl7pPr algn="l">
              <a:defRPr sz="1575" b="0">
                <a:solidFill>
                  <a:srgbClr val="344454"/>
                </a:solidFill>
              </a:defRPr>
            </a:lvl7pPr>
            <a:lvl8pPr algn="l">
              <a:defRPr sz="1575" b="0">
                <a:solidFill>
                  <a:srgbClr val="344454"/>
                </a:solidFill>
              </a:defRPr>
            </a:lvl8pPr>
            <a:lvl9pPr algn="l">
              <a:defRPr sz="15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44454"/>
                </a:solidFill>
              </a:defRPr>
            </a:pPr>
            <a:r>
              <a:rPr sz="1575" b="0">
                <a:solidFill>
                  <a:srgbClr val="344454"/>
                </a:solidFill>
              </a:rPr>
              <a:t>Histogram Gradient Boosting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242C17-9586-4EF5-94D7-76926FF3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00475"/>
            <a:ext cx="1362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23.89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B1B1C3-FAA4-43B2-B19B-BDE2955F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800475"/>
            <a:ext cx="1362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34.81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DCCF7C-059F-4764-BEA0-0B24EF6B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800475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0.29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5C5682-AEB5-40F9-A83C-8AD717F5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2437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FD004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15DE0F-06AC-49C1-BF13-D7564BD8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2437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344454"/>
                </a:solidFill>
              </a:defRPr>
            </a:defPPr>
            <a:lvl1pPr algn="l">
              <a:defRPr sz="1575" b="0">
                <a:solidFill>
                  <a:srgbClr val="344454"/>
                </a:solidFill>
              </a:defRPr>
            </a:lvl1pPr>
            <a:lvl2pPr algn="l">
              <a:defRPr sz="1575" b="0">
                <a:solidFill>
                  <a:srgbClr val="344454"/>
                </a:solidFill>
              </a:defRPr>
            </a:lvl2pPr>
            <a:lvl3pPr algn="l">
              <a:defRPr sz="1575" b="0">
                <a:solidFill>
                  <a:srgbClr val="344454"/>
                </a:solidFill>
              </a:defRPr>
            </a:lvl3pPr>
            <a:lvl4pPr algn="l">
              <a:defRPr sz="1575" b="0">
                <a:solidFill>
                  <a:srgbClr val="344454"/>
                </a:solidFill>
              </a:defRPr>
            </a:lvl4pPr>
            <a:lvl5pPr algn="l">
              <a:defRPr sz="1575" b="0">
                <a:solidFill>
                  <a:srgbClr val="344454"/>
                </a:solidFill>
              </a:defRPr>
            </a:lvl5pPr>
            <a:lvl6pPr algn="l">
              <a:defRPr sz="1575" b="0">
                <a:solidFill>
                  <a:srgbClr val="344454"/>
                </a:solidFill>
              </a:defRPr>
            </a:lvl6pPr>
            <a:lvl7pPr algn="l">
              <a:defRPr sz="1575" b="0">
                <a:solidFill>
                  <a:srgbClr val="344454"/>
                </a:solidFill>
              </a:defRPr>
            </a:lvl7pPr>
            <a:lvl8pPr algn="l">
              <a:defRPr sz="1575" b="0">
                <a:solidFill>
                  <a:srgbClr val="344454"/>
                </a:solidFill>
              </a:defRPr>
            </a:lvl8pPr>
            <a:lvl9pPr algn="l">
              <a:defRPr sz="15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44454"/>
                </a:solidFill>
              </a:defRPr>
            </a:pPr>
            <a:r>
              <a:rPr sz="1575" b="0">
                <a:solidFill>
                  <a:srgbClr val="344454"/>
                </a:solidFill>
              </a:rPr>
              <a:t>Histogram Gradient Boosting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C1CD08-FC93-420B-A05E-8778C25A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24375"/>
            <a:ext cx="1362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27.72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F51726-5BA4-4BAA-B1C9-4C680A4E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524375"/>
            <a:ext cx="1362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38.50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CF9CAF-D811-4C2A-8610-5D4C65D6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524375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0.50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466146-1F89-4857-BE4A-83A5C61C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959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5A6875"/>
                </a:solidFill>
              </a:defRPr>
            </a:defPPr>
            <a:lvl1pPr algn="l">
              <a:defRPr sz="1500" b="0">
                <a:solidFill>
                  <a:srgbClr val="5A6875"/>
                </a:solidFill>
              </a:defRPr>
            </a:lvl1pPr>
            <a:lvl2pPr algn="l">
              <a:defRPr sz="1500" b="0">
                <a:solidFill>
                  <a:srgbClr val="5A6875"/>
                </a:solidFill>
              </a:defRPr>
            </a:lvl2pPr>
            <a:lvl3pPr algn="l">
              <a:defRPr sz="1500" b="0">
                <a:solidFill>
                  <a:srgbClr val="5A6875"/>
                </a:solidFill>
              </a:defRPr>
            </a:lvl3pPr>
            <a:lvl4pPr algn="l">
              <a:defRPr sz="1500" b="0">
                <a:solidFill>
                  <a:srgbClr val="5A6875"/>
                </a:solidFill>
              </a:defRPr>
            </a:lvl4pPr>
            <a:lvl5pPr algn="l">
              <a:defRPr sz="1500" b="0">
                <a:solidFill>
                  <a:srgbClr val="5A6875"/>
                </a:solidFill>
              </a:defRPr>
            </a:lvl5pPr>
            <a:lvl6pPr algn="l">
              <a:defRPr sz="1500" b="0">
                <a:solidFill>
                  <a:srgbClr val="5A6875"/>
                </a:solidFill>
              </a:defRPr>
            </a:lvl6pPr>
            <a:lvl7pPr algn="l">
              <a:defRPr sz="1500" b="0">
                <a:solidFill>
                  <a:srgbClr val="5A6875"/>
                </a:solidFill>
              </a:defRPr>
            </a:lvl7pPr>
            <a:lvl8pPr algn="l">
              <a:defRPr sz="1500" b="0">
                <a:solidFill>
                  <a:srgbClr val="5A6875"/>
                </a:solidFill>
              </a:defRPr>
            </a:lvl8pPr>
            <a:lvl9pPr algn="l">
              <a:defRPr sz="1500" b="0">
                <a:solidFill>
                  <a:srgbClr val="5A6875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A6875"/>
                </a:solidFill>
              </a:defRPr>
            </a:pPr>
            <a:r>
              <a:rPr sz="1500" b="0">
                <a:solidFill>
                  <a:srgbClr val="5A6875"/>
                </a:solidFill>
              </a:rPr>
              <a:t>These scores describe simulated benchmark engines, not a maintenance-ready system.</a:t>
            </a:r>
          </a:p>
        </p:txBody>
      </p:sp>
    </p:spTree>
    <p:extLst>
      <p:ext uri="{BB962C8B-B14F-4D97-AF65-F5344CB8AC3E}">
        <p14:creationId xmlns:p14="http://schemas.microsoft.com/office/powerpoint/2010/main" val="10570762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ED3CD-32D0-43AB-882E-A3C5FE90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72B42"/>
                </a:solidFill>
              </a:defRPr>
            </a:defPPr>
            <a:lvl1pPr algn="l">
              <a:defRPr sz="2625" b="1">
                <a:solidFill>
                  <a:srgbClr val="172B42"/>
                </a:solidFill>
              </a:defRPr>
            </a:lvl1pPr>
            <a:lvl2pPr algn="l">
              <a:defRPr sz="2625" b="1">
                <a:solidFill>
                  <a:srgbClr val="172B42"/>
                </a:solidFill>
              </a:defRPr>
            </a:lvl2pPr>
            <a:lvl3pPr algn="l">
              <a:defRPr sz="2625" b="1">
                <a:solidFill>
                  <a:srgbClr val="172B42"/>
                </a:solidFill>
              </a:defRPr>
            </a:lvl3pPr>
            <a:lvl4pPr algn="l">
              <a:defRPr sz="2625" b="1">
                <a:solidFill>
                  <a:srgbClr val="172B42"/>
                </a:solidFill>
              </a:defRPr>
            </a:lvl4pPr>
            <a:lvl5pPr algn="l">
              <a:defRPr sz="2625" b="1">
                <a:solidFill>
                  <a:srgbClr val="172B42"/>
                </a:solidFill>
              </a:defRPr>
            </a:lvl5pPr>
            <a:lvl6pPr algn="l">
              <a:defRPr sz="2625" b="1">
                <a:solidFill>
                  <a:srgbClr val="172B42"/>
                </a:solidFill>
              </a:defRPr>
            </a:lvl6pPr>
            <a:lvl7pPr algn="l">
              <a:defRPr sz="2625" b="1">
                <a:solidFill>
                  <a:srgbClr val="172B42"/>
                </a:solidFill>
              </a:defRPr>
            </a:lvl7pPr>
            <a:lvl8pPr algn="l">
              <a:defRPr sz="2625" b="1">
                <a:solidFill>
                  <a:srgbClr val="172B42"/>
                </a:solidFill>
              </a:defRPr>
            </a:lvl8pPr>
            <a:lvl9pPr algn="l">
              <a:defRPr sz="26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42"/>
                </a:solidFill>
              </a:defRPr>
            </a:pPr>
            <a:r>
              <a:rPr sz="2625" b="1">
                <a:solidFill>
                  <a:srgbClr val="172B42"/>
                </a:solidFill>
              </a:rPr>
              <a:t>FD001 and FD002 prediction plots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3C954-D336-47D7-BD71-2A02A2E00B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147554eafb4d45"/>
          <a:stretch xmlns:a="http://schemas.openxmlformats.org/drawingml/2006/main"/>
        </p:blipFill>
        <p:spPr>
          <a:xfrm xmlns:a="http://schemas.openxmlformats.org/drawingml/2006/main">
            <a:off x="909638" y="1381125"/>
            <a:ext cx="4619625" cy="461962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01D08-7FEE-4136-AFBC-5E5CA4D2A4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47d95c4634479"/>
          <a:stretch xmlns:a="http://schemas.openxmlformats.org/drawingml/2006/main"/>
        </p:blipFill>
        <p:spPr>
          <a:xfrm xmlns:a="http://schemas.openxmlformats.org/drawingml/2006/main">
            <a:off x="6662738" y="1381125"/>
            <a:ext cx="4619625" cy="4619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DA91B-79F6-4137-8154-2D5CE3A2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04837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72B42"/>
                </a:solidFill>
              </a:defRPr>
            </a:defPPr>
            <a:lvl1pPr algn="l">
              <a:defRPr sz="1575" b="1">
                <a:solidFill>
                  <a:srgbClr val="172B42"/>
                </a:solidFill>
              </a:defRPr>
            </a:lvl1pPr>
            <a:lvl2pPr algn="l">
              <a:defRPr sz="1575" b="1">
                <a:solidFill>
                  <a:srgbClr val="172B42"/>
                </a:solidFill>
              </a:defRPr>
            </a:lvl2pPr>
            <a:lvl3pPr algn="l">
              <a:defRPr sz="1575" b="1">
                <a:solidFill>
                  <a:srgbClr val="172B42"/>
                </a:solidFill>
              </a:defRPr>
            </a:lvl3pPr>
            <a:lvl4pPr algn="l">
              <a:defRPr sz="1575" b="1">
                <a:solidFill>
                  <a:srgbClr val="172B42"/>
                </a:solidFill>
              </a:defRPr>
            </a:lvl4pPr>
            <a:lvl5pPr algn="l">
              <a:defRPr sz="1575" b="1">
                <a:solidFill>
                  <a:srgbClr val="172B42"/>
                </a:solidFill>
              </a:defRPr>
            </a:lvl5pPr>
            <a:lvl6pPr algn="l">
              <a:defRPr sz="1575" b="1">
                <a:solidFill>
                  <a:srgbClr val="172B42"/>
                </a:solidFill>
              </a:defRPr>
            </a:lvl6pPr>
            <a:lvl7pPr algn="l">
              <a:defRPr sz="1575" b="1">
                <a:solidFill>
                  <a:srgbClr val="172B42"/>
                </a:solidFill>
              </a:defRPr>
            </a:lvl7pPr>
            <a:lvl8pPr algn="l">
              <a:defRPr sz="1575" b="1">
                <a:solidFill>
                  <a:srgbClr val="172B42"/>
                </a:solidFill>
              </a:defRPr>
            </a:lvl8pPr>
            <a:lvl9pPr algn="l">
              <a:defRPr sz="157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B42"/>
                </a:solidFill>
              </a:defRPr>
            </a:pPr>
            <a:r>
              <a:rPr sz="1575" b="1">
                <a:solidFill>
                  <a:srgbClr val="172B42"/>
                </a:solidFill>
              </a:rPr>
              <a:t>FD001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B4209-D047-47AC-A93B-CE469EA4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4837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72B42"/>
                </a:solidFill>
              </a:defRPr>
            </a:defPPr>
            <a:lvl1pPr algn="l">
              <a:defRPr sz="1575" b="1">
                <a:solidFill>
                  <a:srgbClr val="172B42"/>
                </a:solidFill>
              </a:defRPr>
            </a:lvl1pPr>
            <a:lvl2pPr algn="l">
              <a:defRPr sz="1575" b="1">
                <a:solidFill>
                  <a:srgbClr val="172B42"/>
                </a:solidFill>
              </a:defRPr>
            </a:lvl2pPr>
            <a:lvl3pPr algn="l">
              <a:defRPr sz="1575" b="1">
                <a:solidFill>
                  <a:srgbClr val="172B42"/>
                </a:solidFill>
              </a:defRPr>
            </a:lvl3pPr>
            <a:lvl4pPr algn="l">
              <a:defRPr sz="1575" b="1">
                <a:solidFill>
                  <a:srgbClr val="172B42"/>
                </a:solidFill>
              </a:defRPr>
            </a:lvl4pPr>
            <a:lvl5pPr algn="l">
              <a:defRPr sz="1575" b="1">
                <a:solidFill>
                  <a:srgbClr val="172B42"/>
                </a:solidFill>
              </a:defRPr>
            </a:lvl5pPr>
            <a:lvl6pPr algn="l">
              <a:defRPr sz="1575" b="1">
                <a:solidFill>
                  <a:srgbClr val="172B42"/>
                </a:solidFill>
              </a:defRPr>
            </a:lvl6pPr>
            <a:lvl7pPr algn="l">
              <a:defRPr sz="1575" b="1">
                <a:solidFill>
                  <a:srgbClr val="172B42"/>
                </a:solidFill>
              </a:defRPr>
            </a:lvl7pPr>
            <a:lvl8pPr algn="l">
              <a:defRPr sz="1575" b="1">
                <a:solidFill>
                  <a:srgbClr val="172B42"/>
                </a:solidFill>
              </a:defRPr>
            </a:lvl8pPr>
            <a:lvl9pPr algn="l">
              <a:defRPr sz="157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B42"/>
                </a:solidFill>
              </a:defRPr>
            </a:pPr>
            <a:r>
              <a:rPr sz="1575" b="1">
                <a:solidFill>
                  <a:srgbClr val="172B42"/>
                </a:solidFill>
              </a:rPr>
              <a:t>FD002</a:t>
            </a:r>
          </a:p>
        </p:txBody>
      </p:sp>
    </p:spTree>
    <p:extLst>
      <p:ext uri="{BB962C8B-B14F-4D97-AF65-F5344CB8AC3E}">
        <p14:creationId xmlns:p14="http://schemas.microsoft.com/office/powerpoint/2010/main" val="956205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8A40B-E5A2-469C-8258-7CB473C3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72B42"/>
                </a:solidFill>
              </a:defRPr>
            </a:defPPr>
            <a:lvl1pPr algn="l">
              <a:defRPr sz="2625" b="1">
                <a:solidFill>
                  <a:srgbClr val="172B42"/>
                </a:solidFill>
              </a:defRPr>
            </a:lvl1pPr>
            <a:lvl2pPr algn="l">
              <a:defRPr sz="2625" b="1">
                <a:solidFill>
                  <a:srgbClr val="172B42"/>
                </a:solidFill>
              </a:defRPr>
            </a:lvl2pPr>
            <a:lvl3pPr algn="l">
              <a:defRPr sz="2625" b="1">
                <a:solidFill>
                  <a:srgbClr val="172B42"/>
                </a:solidFill>
              </a:defRPr>
            </a:lvl3pPr>
            <a:lvl4pPr algn="l">
              <a:defRPr sz="2625" b="1">
                <a:solidFill>
                  <a:srgbClr val="172B42"/>
                </a:solidFill>
              </a:defRPr>
            </a:lvl4pPr>
            <a:lvl5pPr algn="l">
              <a:defRPr sz="2625" b="1">
                <a:solidFill>
                  <a:srgbClr val="172B42"/>
                </a:solidFill>
              </a:defRPr>
            </a:lvl5pPr>
            <a:lvl6pPr algn="l">
              <a:defRPr sz="2625" b="1">
                <a:solidFill>
                  <a:srgbClr val="172B42"/>
                </a:solidFill>
              </a:defRPr>
            </a:lvl6pPr>
            <a:lvl7pPr algn="l">
              <a:defRPr sz="2625" b="1">
                <a:solidFill>
                  <a:srgbClr val="172B42"/>
                </a:solidFill>
              </a:defRPr>
            </a:lvl7pPr>
            <a:lvl8pPr algn="l">
              <a:defRPr sz="2625" b="1">
                <a:solidFill>
                  <a:srgbClr val="172B42"/>
                </a:solidFill>
              </a:defRPr>
            </a:lvl8pPr>
            <a:lvl9pPr algn="l">
              <a:defRPr sz="26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42"/>
                </a:solidFill>
              </a:defRPr>
            </a:pPr>
            <a:r>
              <a:rPr sz="2625" b="1">
                <a:solidFill>
                  <a:srgbClr val="172B42"/>
                </a:solidFill>
              </a:rPr>
              <a:t>FD003 and FD004 prediction plots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0E085-6F29-41AA-A84A-49728E2AC8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27b2b72654635"/>
          <a:stretch xmlns:a="http://schemas.openxmlformats.org/drawingml/2006/main"/>
        </p:blipFill>
        <p:spPr>
          <a:xfrm xmlns:a="http://schemas.openxmlformats.org/drawingml/2006/main">
            <a:off x="909638" y="1381125"/>
            <a:ext cx="4619625" cy="461962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E923D5-4EBA-46A5-B4DA-C8B891C394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022b51e0da4878"/>
          <a:stretch xmlns:a="http://schemas.openxmlformats.org/drawingml/2006/main"/>
        </p:blipFill>
        <p:spPr>
          <a:xfrm xmlns:a="http://schemas.openxmlformats.org/drawingml/2006/main">
            <a:off x="6662738" y="1381125"/>
            <a:ext cx="4619625" cy="4619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0A97C-6BC1-4850-A944-14FE49C3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04837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72B42"/>
                </a:solidFill>
              </a:defRPr>
            </a:defPPr>
            <a:lvl1pPr algn="l">
              <a:defRPr sz="1575" b="1">
                <a:solidFill>
                  <a:srgbClr val="172B42"/>
                </a:solidFill>
              </a:defRPr>
            </a:lvl1pPr>
            <a:lvl2pPr algn="l">
              <a:defRPr sz="1575" b="1">
                <a:solidFill>
                  <a:srgbClr val="172B42"/>
                </a:solidFill>
              </a:defRPr>
            </a:lvl2pPr>
            <a:lvl3pPr algn="l">
              <a:defRPr sz="1575" b="1">
                <a:solidFill>
                  <a:srgbClr val="172B42"/>
                </a:solidFill>
              </a:defRPr>
            </a:lvl3pPr>
            <a:lvl4pPr algn="l">
              <a:defRPr sz="1575" b="1">
                <a:solidFill>
                  <a:srgbClr val="172B42"/>
                </a:solidFill>
              </a:defRPr>
            </a:lvl4pPr>
            <a:lvl5pPr algn="l">
              <a:defRPr sz="1575" b="1">
                <a:solidFill>
                  <a:srgbClr val="172B42"/>
                </a:solidFill>
              </a:defRPr>
            </a:lvl5pPr>
            <a:lvl6pPr algn="l">
              <a:defRPr sz="1575" b="1">
                <a:solidFill>
                  <a:srgbClr val="172B42"/>
                </a:solidFill>
              </a:defRPr>
            </a:lvl6pPr>
            <a:lvl7pPr algn="l">
              <a:defRPr sz="1575" b="1">
                <a:solidFill>
                  <a:srgbClr val="172B42"/>
                </a:solidFill>
              </a:defRPr>
            </a:lvl7pPr>
            <a:lvl8pPr algn="l">
              <a:defRPr sz="1575" b="1">
                <a:solidFill>
                  <a:srgbClr val="172B42"/>
                </a:solidFill>
              </a:defRPr>
            </a:lvl8pPr>
            <a:lvl9pPr algn="l">
              <a:defRPr sz="157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B42"/>
                </a:solidFill>
              </a:defRPr>
            </a:pPr>
            <a:r>
              <a:rPr sz="1575" b="1">
                <a:solidFill>
                  <a:srgbClr val="172B42"/>
                </a:solidFill>
              </a:rPr>
              <a:t>FD003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EC5CE-8D08-4F5D-B652-FFCF3E0A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4837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72B42"/>
                </a:solidFill>
              </a:defRPr>
            </a:defPPr>
            <a:lvl1pPr algn="l">
              <a:defRPr sz="1575" b="1">
                <a:solidFill>
                  <a:srgbClr val="172B42"/>
                </a:solidFill>
              </a:defRPr>
            </a:lvl1pPr>
            <a:lvl2pPr algn="l">
              <a:defRPr sz="1575" b="1">
                <a:solidFill>
                  <a:srgbClr val="172B42"/>
                </a:solidFill>
              </a:defRPr>
            </a:lvl2pPr>
            <a:lvl3pPr algn="l">
              <a:defRPr sz="1575" b="1">
                <a:solidFill>
                  <a:srgbClr val="172B42"/>
                </a:solidFill>
              </a:defRPr>
            </a:lvl3pPr>
            <a:lvl4pPr algn="l">
              <a:defRPr sz="1575" b="1">
                <a:solidFill>
                  <a:srgbClr val="172B42"/>
                </a:solidFill>
              </a:defRPr>
            </a:lvl4pPr>
            <a:lvl5pPr algn="l">
              <a:defRPr sz="1575" b="1">
                <a:solidFill>
                  <a:srgbClr val="172B42"/>
                </a:solidFill>
              </a:defRPr>
            </a:lvl5pPr>
            <a:lvl6pPr algn="l">
              <a:defRPr sz="1575" b="1">
                <a:solidFill>
                  <a:srgbClr val="172B42"/>
                </a:solidFill>
              </a:defRPr>
            </a:lvl6pPr>
            <a:lvl7pPr algn="l">
              <a:defRPr sz="1575" b="1">
                <a:solidFill>
                  <a:srgbClr val="172B42"/>
                </a:solidFill>
              </a:defRPr>
            </a:lvl7pPr>
            <a:lvl8pPr algn="l">
              <a:defRPr sz="1575" b="1">
                <a:solidFill>
                  <a:srgbClr val="172B42"/>
                </a:solidFill>
              </a:defRPr>
            </a:lvl8pPr>
            <a:lvl9pPr algn="l">
              <a:defRPr sz="157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B42"/>
                </a:solidFill>
              </a:defRPr>
            </a:pPr>
            <a:r>
              <a:rPr sz="1575" b="1">
                <a:solidFill>
                  <a:srgbClr val="172B42"/>
                </a:solidFill>
              </a:rPr>
              <a:t>FD004</a:t>
            </a:r>
          </a:p>
        </p:txBody>
      </p:sp>
    </p:spTree>
    <p:extLst>
      <p:ext uri="{BB962C8B-B14F-4D97-AF65-F5344CB8AC3E}">
        <p14:creationId xmlns:p14="http://schemas.microsoft.com/office/powerpoint/2010/main" val="5602191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25AC19-25D4-4AF5-B3CA-65EADD74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72B42"/>
                </a:solidFill>
              </a:defRPr>
            </a:defPPr>
            <a:lvl1pPr algn="l">
              <a:defRPr sz="2625" b="1">
                <a:solidFill>
                  <a:srgbClr val="172B42"/>
                </a:solidFill>
              </a:defRPr>
            </a:lvl1pPr>
            <a:lvl2pPr algn="l">
              <a:defRPr sz="2625" b="1">
                <a:solidFill>
                  <a:srgbClr val="172B42"/>
                </a:solidFill>
              </a:defRPr>
            </a:lvl2pPr>
            <a:lvl3pPr algn="l">
              <a:defRPr sz="2625" b="1">
                <a:solidFill>
                  <a:srgbClr val="172B42"/>
                </a:solidFill>
              </a:defRPr>
            </a:lvl3pPr>
            <a:lvl4pPr algn="l">
              <a:defRPr sz="2625" b="1">
                <a:solidFill>
                  <a:srgbClr val="172B42"/>
                </a:solidFill>
              </a:defRPr>
            </a:lvl4pPr>
            <a:lvl5pPr algn="l">
              <a:defRPr sz="2625" b="1">
                <a:solidFill>
                  <a:srgbClr val="172B42"/>
                </a:solidFill>
              </a:defRPr>
            </a:lvl5pPr>
            <a:lvl6pPr algn="l">
              <a:defRPr sz="2625" b="1">
                <a:solidFill>
                  <a:srgbClr val="172B42"/>
                </a:solidFill>
              </a:defRPr>
            </a:lvl6pPr>
            <a:lvl7pPr algn="l">
              <a:defRPr sz="2625" b="1">
                <a:solidFill>
                  <a:srgbClr val="172B42"/>
                </a:solidFill>
              </a:defRPr>
            </a:lvl7pPr>
            <a:lvl8pPr algn="l">
              <a:defRPr sz="2625" b="1">
                <a:solidFill>
                  <a:srgbClr val="172B42"/>
                </a:solidFill>
              </a:defRPr>
            </a:lvl8pPr>
            <a:lvl9pPr algn="l">
              <a:defRPr sz="26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42"/>
                </a:solidFill>
              </a:defRPr>
            </a:pPr>
            <a:r>
              <a:rPr sz="2625" b="1">
                <a:solidFill>
                  <a:srgbClr val="172B42"/>
                </a:solidFill>
              </a:rPr>
              <a:t>Error direction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DB823-E6E4-422C-80F6-13718C44BA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6ac4d05014068"/>
          <a:stretch xmlns:a="http://schemas.openxmlformats.org/drawingml/2006/main"/>
        </p:blipFill>
        <p:spPr>
          <a:xfrm xmlns:a="http://schemas.openxmlformats.org/drawingml/2006/main">
            <a:off x="571500" y="1566863"/>
            <a:ext cx="7239000" cy="43434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84D46-B4FF-42CD-826A-D897952A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57375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172B42"/>
                </a:solidFill>
              </a:defRPr>
            </a:defPPr>
            <a:lvl1pPr algn="l">
              <a:defRPr sz="1875" b="1">
                <a:solidFill>
                  <a:srgbClr val="172B42"/>
                </a:solidFill>
              </a:defRPr>
            </a:lvl1pPr>
            <a:lvl2pPr algn="l">
              <a:defRPr sz="1875" b="1">
                <a:solidFill>
                  <a:srgbClr val="172B42"/>
                </a:solidFill>
              </a:defRPr>
            </a:lvl2pPr>
            <a:lvl3pPr algn="l">
              <a:defRPr sz="1875" b="1">
                <a:solidFill>
                  <a:srgbClr val="172B42"/>
                </a:solidFill>
              </a:defRPr>
            </a:lvl3pPr>
            <a:lvl4pPr algn="l">
              <a:defRPr sz="1875" b="1">
                <a:solidFill>
                  <a:srgbClr val="172B42"/>
                </a:solidFill>
              </a:defRPr>
            </a:lvl4pPr>
            <a:lvl5pPr algn="l">
              <a:defRPr sz="1875" b="1">
                <a:solidFill>
                  <a:srgbClr val="172B42"/>
                </a:solidFill>
              </a:defRPr>
            </a:lvl5pPr>
            <a:lvl6pPr algn="l">
              <a:defRPr sz="1875" b="1">
                <a:solidFill>
                  <a:srgbClr val="172B42"/>
                </a:solidFill>
              </a:defRPr>
            </a:lvl6pPr>
            <a:lvl7pPr algn="l">
              <a:defRPr sz="1875" b="1">
                <a:solidFill>
                  <a:srgbClr val="172B42"/>
                </a:solidFill>
              </a:defRPr>
            </a:lvl7pPr>
            <a:lvl8pPr algn="l">
              <a:defRPr sz="1875" b="1">
                <a:solidFill>
                  <a:srgbClr val="172B42"/>
                </a:solidFill>
              </a:defRPr>
            </a:lvl8pPr>
            <a:lvl9pPr algn="l">
              <a:defRPr sz="187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2B42"/>
                </a:solidFill>
              </a:defRPr>
            </a:pPr>
            <a:r>
              <a:rPr sz="1875" b="1">
                <a:solidFill>
                  <a:srgbClr val="172B42"/>
                </a:solidFill>
              </a:rPr>
              <a:t>Engines with overestimated life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C69ED-4E4C-44F2-9339-3F085451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24175"/>
            <a:ext cx="3333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FD001  65 / 100</a:t>
            </a:r>
          </a:p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FD002  150 / 259</a:t>
            </a:r>
          </a:p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FD003  76 / 100</a:t>
            </a:r>
          </a:p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FD004  175 / 248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7E1C8-B744-4E08-8268-897F2241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292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344454"/>
                </a:solidFill>
              </a:defRPr>
            </a:defPPr>
            <a:lvl1pPr algn="l">
              <a:defRPr sz="1500" b="0">
                <a:solidFill>
                  <a:srgbClr val="344454"/>
                </a:solidFill>
              </a:defRPr>
            </a:lvl1pPr>
            <a:lvl2pPr algn="l">
              <a:defRPr sz="1500" b="0">
                <a:solidFill>
                  <a:srgbClr val="344454"/>
                </a:solidFill>
              </a:defRPr>
            </a:lvl2pPr>
            <a:lvl3pPr algn="l">
              <a:defRPr sz="1500" b="0">
                <a:solidFill>
                  <a:srgbClr val="344454"/>
                </a:solidFill>
              </a:defRPr>
            </a:lvl3pPr>
            <a:lvl4pPr algn="l">
              <a:defRPr sz="1500" b="0">
                <a:solidFill>
                  <a:srgbClr val="344454"/>
                </a:solidFill>
              </a:defRPr>
            </a:lvl4pPr>
            <a:lvl5pPr algn="l">
              <a:defRPr sz="1500" b="0">
                <a:solidFill>
                  <a:srgbClr val="344454"/>
                </a:solidFill>
              </a:defRPr>
            </a:lvl5pPr>
            <a:lvl6pPr algn="l">
              <a:defRPr sz="1500" b="0">
                <a:solidFill>
                  <a:srgbClr val="344454"/>
                </a:solidFill>
              </a:defRPr>
            </a:lvl6pPr>
            <a:lvl7pPr algn="l">
              <a:defRPr sz="1500" b="0">
                <a:solidFill>
                  <a:srgbClr val="344454"/>
                </a:solidFill>
              </a:defRPr>
            </a:lvl7pPr>
            <a:lvl8pPr algn="l">
              <a:defRPr sz="1500" b="0">
                <a:solidFill>
                  <a:srgbClr val="344454"/>
                </a:solidFill>
              </a:defRPr>
            </a:lvl8pPr>
            <a:lvl9pPr algn="l">
              <a:defRPr sz="150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44454"/>
                </a:solidFill>
              </a:defRPr>
            </a:pPr>
            <a:r>
              <a:rPr sz="1500" b="0">
                <a:solidFill>
                  <a:srgbClr val="344454"/>
                </a:solidFill>
              </a:rPr>
              <a:t>Late predictions would matter most in a maintenance setting.</a:t>
            </a:r>
          </a:p>
        </p:txBody>
      </p:sp>
    </p:spTree>
    <p:extLst>
      <p:ext uri="{BB962C8B-B14F-4D97-AF65-F5344CB8AC3E}">
        <p14:creationId xmlns:p14="http://schemas.microsoft.com/office/powerpoint/2010/main" val="15236533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43665-7974-432F-9EA2-F45D4FDC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72B42"/>
                </a:solidFill>
              </a:defRPr>
            </a:defPPr>
            <a:lvl1pPr algn="l">
              <a:defRPr sz="2625" b="1">
                <a:solidFill>
                  <a:srgbClr val="172B42"/>
                </a:solidFill>
              </a:defRPr>
            </a:lvl1pPr>
            <a:lvl2pPr algn="l">
              <a:defRPr sz="2625" b="1">
                <a:solidFill>
                  <a:srgbClr val="172B42"/>
                </a:solidFill>
              </a:defRPr>
            </a:lvl2pPr>
            <a:lvl3pPr algn="l">
              <a:defRPr sz="2625" b="1">
                <a:solidFill>
                  <a:srgbClr val="172B42"/>
                </a:solidFill>
              </a:defRPr>
            </a:lvl3pPr>
            <a:lvl4pPr algn="l">
              <a:defRPr sz="2625" b="1">
                <a:solidFill>
                  <a:srgbClr val="172B42"/>
                </a:solidFill>
              </a:defRPr>
            </a:lvl4pPr>
            <a:lvl5pPr algn="l">
              <a:defRPr sz="2625" b="1">
                <a:solidFill>
                  <a:srgbClr val="172B42"/>
                </a:solidFill>
              </a:defRPr>
            </a:lvl5pPr>
            <a:lvl6pPr algn="l">
              <a:defRPr sz="2625" b="1">
                <a:solidFill>
                  <a:srgbClr val="172B42"/>
                </a:solidFill>
              </a:defRPr>
            </a:lvl6pPr>
            <a:lvl7pPr algn="l">
              <a:defRPr sz="2625" b="1">
                <a:solidFill>
                  <a:srgbClr val="172B42"/>
                </a:solidFill>
              </a:defRPr>
            </a:lvl7pPr>
            <a:lvl8pPr algn="l">
              <a:defRPr sz="2625" b="1">
                <a:solidFill>
                  <a:srgbClr val="172B42"/>
                </a:solidFill>
              </a:defRPr>
            </a:lvl8pPr>
            <a:lvl9pPr algn="l">
              <a:defRPr sz="26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42"/>
                </a:solidFill>
              </a:defRPr>
            </a:pPr>
            <a:r>
              <a:rPr sz="2625" b="1">
                <a:solidFill>
                  <a:srgbClr val="172B42"/>
                </a:solidFill>
              </a:rPr>
              <a:t>Robustness audit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DEE64-68B4-4895-8E02-8134D535A3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debe7f22846f6"/>
          <a:stretch xmlns:a="http://schemas.openxmlformats.org/drawingml/2006/main"/>
        </p:blipFill>
        <p:spPr>
          <a:xfrm xmlns:a="http://schemas.openxmlformats.org/drawingml/2006/main">
            <a:off x="809625" y="1428750"/>
            <a:ext cx="6667500" cy="46672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EE1ED-06ED-424D-8EDF-9064AADB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47875"/>
            <a:ext cx="3381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172B42"/>
                </a:solidFill>
              </a:defRPr>
            </a:defPPr>
            <a:lvl1pPr algn="l">
              <a:defRPr sz="1800" b="1">
                <a:solidFill>
                  <a:srgbClr val="172B42"/>
                </a:solidFill>
              </a:defRPr>
            </a:lvl1pPr>
            <a:lvl2pPr algn="l">
              <a:defRPr sz="1800" b="1">
                <a:solidFill>
                  <a:srgbClr val="172B42"/>
                </a:solidFill>
              </a:defRPr>
            </a:lvl2pPr>
            <a:lvl3pPr algn="l">
              <a:defRPr sz="1800" b="1">
                <a:solidFill>
                  <a:srgbClr val="172B42"/>
                </a:solidFill>
              </a:defRPr>
            </a:lvl3pPr>
            <a:lvl4pPr algn="l">
              <a:defRPr sz="1800" b="1">
                <a:solidFill>
                  <a:srgbClr val="172B42"/>
                </a:solidFill>
              </a:defRPr>
            </a:lvl4pPr>
            <a:lvl5pPr algn="l">
              <a:defRPr sz="1800" b="1">
                <a:solidFill>
                  <a:srgbClr val="172B42"/>
                </a:solidFill>
              </a:defRPr>
            </a:lvl5pPr>
            <a:lvl6pPr algn="l">
              <a:defRPr sz="1800" b="1">
                <a:solidFill>
                  <a:srgbClr val="172B42"/>
                </a:solidFill>
              </a:defRPr>
            </a:lvl6pPr>
            <a:lvl7pPr algn="l">
              <a:defRPr sz="1800" b="1">
                <a:solidFill>
                  <a:srgbClr val="172B42"/>
                </a:solidFill>
              </a:defRPr>
            </a:lvl7pPr>
            <a:lvl8pPr algn="l">
              <a:defRPr sz="1800" b="1">
                <a:solidFill>
                  <a:srgbClr val="172B42"/>
                </a:solidFill>
              </a:defRPr>
            </a:lvl8pPr>
            <a:lvl9pPr algn="l">
              <a:defRPr sz="180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B42"/>
                </a:solidFill>
              </a:defRPr>
            </a:pPr>
            <a:r>
              <a:rPr sz="1800" b="1">
                <a:solidFill>
                  <a:srgbClr val="172B42"/>
                </a:solidFill>
              </a:rPr>
              <a:t>FD002 and FD004 change mean-RMSE leader in this later audit.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3FCFA-BC15-47FB-8D83-051A5D79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57625"/>
            <a:ext cx="3381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Three repetitions show sensitivity. They do not provide a confidence interval.</a:t>
            </a:r>
          </a:p>
        </p:txBody>
      </p:sp>
    </p:spTree>
    <p:extLst>
      <p:ext uri="{BB962C8B-B14F-4D97-AF65-F5344CB8AC3E}">
        <p14:creationId xmlns:p14="http://schemas.microsoft.com/office/powerpoint/2010/main" val="11745445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1F8F6-E61B-48E8-8CE6-B60E4BCD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72B42"/>
                </a:solidFill>
              </a:defRPr>
            </a:defPPr>
            <a:lvl1pPr algn="l">
              <a:defRPr sz="2625" b="1">
                <a:solidFill>
                  <a:srgbClr val="172B42"/>
                </a:solidFill>
              </a:defRPr>
            </a:lvl1pPr>
            <a:lvl2pPr algn="l">
              <a:defRPr sz="2625" b="1">
                <a:solidFill>
                  <a:srgbClr val="172B42"/>
                </a:solidFill>
              </a:defRPr>
            </a:lvl2pPr>
            <a:lvl3pPr algn="l">
              <a:defRPr sz="2625" b="1">
                <a:solidFill>
                  <a:srgbClr val="172B42"/>
                </a:solidFill>
              </a:defRPr>
            </a:lvl3pPr>
            <a:lvl4pPr algn="l">
              <a:defRPr sz="2625" b="1">
                <a:solidFill>
                  <a:srgbClr val="172B42"/>
                </a:solidFill>
              </a:defRPr>
            </a:lvl4pPr>
            <a:lvl5pPr algn="l">
              <a:defRPr sz="2625" b="1">
                <a:solidFill>
                  <a:srgbClr val="172B42"/>
                </a:solidFill>
              </a:defRPr>
            </a:lvl5pPr>
            <a:lvl6pPr algn="l">
              <a:defRPr sz="2625" b="1">
                <a:solidFill>
                  <a:srgbClr val="172B42"/>
                </a:solidFill>
              </a:defRPr>
            </a:lvl6pPr>
            <a:lvl7pPr algn="l">
              <a:defRPr sz="2625" b="1">
                <a:solidFill>
                  <a:srgbClr val="172B42"/>
                </a:solidFill>
              </a:defRPr>
            </a:lvl7pPr>
            <a:lvl8pPr algn="l">
              <a:defRPr sz="2625" b="1">
                <a:solidFill>
                  <a:srgbClr val="172B42"/>
                </a:solidFill>
              </a:defRPr>
            </a:lvl8pPr>
            <a:lvl9pPr algn="l">
              <a:defRPr sz="26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42"/>
                </a:solidFill>
              </a:defRPr>
            </a:pPr>
            <a:r>
              <a:rPr sz="2625" b="1">
                <a:solidFill>
                  <a:srgbClr val="172B42"/>
                </a:solidFill>
              </a:rPr>
              <a:t>Research context and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6E2CD-6CA4-4D3E-BFE3-F86A302A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2B42"/>
                </a:solidFill>
              </a:defRPr>
            </a:defPPr>
            <a:lvl1pPr algn="l">
              <a:defRPr sz="2025" b="1">
                <a:solidFill>
                  <a:srgbClr val="172B42"/>
                </a:solidFill>
              </a:defRPr>
            </a:lvl1pPr>
            <a:lvl2pPr algn="l">
              <a:defRPr sz="2025" b="1">
                <a:solidFill>
                  <a:srgbClr val="172B42"/>
                </a:solidFill>
              </a:defRPr>
            </a:lvl2pPr>
            <a:lvl3pPr algn="l">
              <a:defRPr sz="2025" b="1">
                <a:solidFill>
                  <a:srgbClr val="172B42"/>
                </a:solidFill>
              </a:defRPr>
            </a:lvl3pPr>
            <a:lvl4pPr algn="l">
              <a:defRPr sz="2025" b="1">
                <a:solidFill>
                  <a:srgbClr val="172B42"/>
                </a:solidFill>
              </a:defRPr>
            </a:lvl4pPr>
            <a:lvl5pPr algn="l">
              <a:defRPr sz="2025" b="1">
                <a:solidFill>
                  <a:srgbClr val="172B42"/>
                </a:solidFill>
              </a:defRPr>
            </a:lvl5pPr>
            <a:lvl6pPr algn="l">
              <a:defRPr sz="2025" b="1">
                <a:solidFill>
                  <a:srgbClr val="172B42"/>
                </a:solidFill>
              </a:defRPr>
            </a:lvl6pPr>
            <a:lvl7pPr algn="l">
              <a:defRPr sz="2025" b="1">
                <a:solidFill>
                  <a:srgbClr val="172B42"/>
                </a:solidFill>
              </a:defRPr>
            </a:lvl7pPr>
            <a:lvl8pPr algn="l">
              <a:defRPr sz="2025" b="1">
                <a:solidFill>
                  <a:srgbClr val="172B42"/>
                </a:solidFill>
              </a:defRPr>
            </a:lvl8pPr>
            <a:lvl9pPr algn="l"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Literature survey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06C2E-A160-4DD8-B074-8C4FE7BB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344454"/>
                </a:solidFill>
              </a:defRPr>
            </a:defPPr>
            <a:lvl1pPr algn="l">
              <a:defRPr sz="1800" b="0">
                <a:solidFill>
                  <a:srgbClr val="344454"/>
                </a:solidFill>
              </a:defRPr>
            </a:lvl1pPr>
            <a:lvl2pPr algn="l">
              <a:defRPr sz="1800" b="0">
                <a:solidFill>
                  <a:srgbClr val="344454"/>
                </a:solidFill>
              </a:defRPr>
            </a:lvl2pPr>
            <a:lvl3pPr algn="l">
              <a:defRPr sz="1800" b="0">
                <a:solidFill>
                  <a:srgbClr val="344454"/>
                </a:solidFill>
              </a:defRPr>
            </a:lvl3pPr>
            <a:lvl4pPr algn="l">
              <a:defRPr sz="1800" b="0">
                <a:solidFill>
                  <a:srgbClr val="344454"/>
                </a:solidFill>
              </a:defRPr>
            </a:lvl4pPr>
            <a:lvl5pPr algn="l">
              <a:defRPr sz="1800" b="0">
                <a:solidFill>
                  <a:srgbClr val="344454"/>
                </a:solidFill>
              </a:defRPr>
            </a:lvl5pPr>
            <a:lvl6pPr algn="l">
              <a:defRPr sz="1800" b="0">
                <a:solidFill>
                  <a:srgbClr val="344454"/>
                </a:solidFill>
              </a:defRPr>
            </a:lvl6pPr>
            <a:lvl7pPr algn="l">
              <a:defRPr sz="1800" b="0">
                <a:solidFill>
                  <a:srgbClr val="344454"/>
                </a:solidFill>
              </a:defRPr>
            </a:lvl7pPr>
            <a:lvl8pPr algn="l">
              <a:defRPr sz="1800" b="0">
                <a:solidFill>
                  <a:srgbClr val="344454"/>
                </a:solidFill>
              </a:defRPr>
            </a:lvl8pPr>
            <a:lvl9pPr algn="l">
              <a:defRPr sz="180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44454"/>
                </a:solidFill>
              </a:defRPr>
            </a:pPr>
            <a:r>
              <a:rPr sz="1800" b="0">
                <a:solidFill>
                  <a:srgbClr val="344454"/>
                </a:solidFill>
              </a:rPr>
              <a:t>13 studies cover benchmark design, deep sequence models, feature engineering, uncertainty and explainability.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AB0B0-8E89-4467-B283-2FD7C797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2B42"/>
                </a:solidFill>
              </a:defRPr>
            </a:defPPr>
            <a:lvl1pPr algn="l">
              <a:defRPr sz="2025" b="1">
                <a:solidFill>
                  <a:srgbClr val="172B42"/>
                </a:solidFill>
              </a:defRPr>
            </a:lvl1pPr>
            <a:lvl2pPr algn="l">
              <a:defRPr sz="2025" b="1">
                <a:solidFill>
                  <a:srgbClr val="172B42"/>
                </a:solidFill>
              </a:defRPr>
            </a:lvl2pPr>
            <a:lvl3pPr algn="l">
              <a:defRPr sz="2025" b="1">
                <a:solidFill>
                  <a:srgbClr val="172B42"/>
                </a:solidFill>
              </a:defRPr>
            </a:lvl3pPr>
            <a:lvl4pPr algn="l">
              <a:defRPr sz="2025" b="1">
                <a:solidFill>
                  <a:srgbClr val="172B42"/>
                </a:solidFill>
              </a:defRPr>
            </a:lvl4pPr>
            <a:lvl5pPr algn="l">
              <a:defRPr sz="2025" b="1">
                <a:solidFill>
                  <a:srgbClr val="172B42"/>
                </a:solidFill>
              </a:defRPr>
            </a:lvl5pPr>
            <a:lvl6pPr algn="l">
              <a:defRPr sz="2025" b="1">
                <a:solidFill>
                  <a:srgbClr val="172B42"/>
                </a:solidFill>
              </a:defRPr>
            </a:lvl6pPr>
            <a:lvl7pPr algn="l">
              <a:defRPr sz="2025" b="1">
                <a:solidFill>
                  <a:srgbClr val="172B42"/>
                </a:solidFill>
              </a:defRPr>
            </a:lvl7pPr>
            <a:lvl8pPr algn="l">
              <a:defRPr sz="2025" b="1">
                <a:solidFill>
                  <a:srgbClr val="172B42"/>
                </a:solidFill>
              </a:defRPr>
            </a:lvl8pPr>
            <a:lvl9pPr algn="l"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What our results cannot establish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F4D8C-2E32-4D63-A5ED-8DE62D0D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104775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344454"/>
                </a:solidFill>
              </a:defRPr>
            </a:defPPr>
            <a:lvl1pPr algn="l">
              <a:defRPr sz="1800" b="0">
                <a:solidFill>
                  <a:srgbClr val="344454"/>
                </a:solidFill>
              </a:defRPr>
            </a:lvl1pPr>
            <a:lvl2pPr algn="l">
              <a:defRPr sz="1800" b="0">
                <a:solidFill>
                  <a:srgbClr val="344454"/>
                </a:solidFill>
              </a:defRPr>
            </a:lvl2pPr>
            <a:lvl3pPr algn="l">
              <a:defRPr sz="1800" b="0">
                <a:solidFill>
                  <a:srgbClr val="344454"/>
                </a:solidFill>
              </a:defRPr>
            </a:lvl3pPr>
            <a:lvl4pPr algn="l">
              <a:defRPr sz="1800" b="0">
                <a:solidFill>
                  <a:srgbClr val="344454"/>
                </a:solidFill>
              </a:defRPr>
            </a:lvl4pPr>
            <a:lvl5pPr algn="l">
              <a:defRPr sz="1800" b="0">
                <a:solidFill>
                  <a:srgbClr val="344454"/>
                </a:solidFill>
              </a:defRPr>
            </a:lvl5pPr>
            <a:lvl6pPr algn="l">
              <a:defRPr sz="1800" b="0">
                <a:solidFill>
                  <a:srgbClr val="344454"/>
                </a:solidFill>
              </a:defRPr>
            </a:lvl6pPr>
            <a:lvl7pPr algn="l">
              <a:defRPr sz="1800" b="0">
                <a:solidFill>
                  <a:srgbClr val="344454"/>
                </a:solidFill>
              </a:defRPr>
            </a:lvl7pPr>
            <a:lvl8pPr algn="l">
              <a:defRPr sz="1800" b="0">
                <a:solidFill>
                  <a:srgbClr val="344454"/>
                </a:solidFill>
              </a:defRPr>
            </a:lvl8pPr>
            <a:lvl9pPr algn="l">
              <a:defRPr sz="180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44454"/>
                </a:solidFill>
              </a:defRPr>
            </a:pPr>
            <a:r>
              <a:rPr sz="1800" b="0">
                <a:solidFill>
                  <a:srgbClr val="344454"/>
                </a:solidFill>
              </a:rPr>
              <a:t>Published scores use different targets and protocols. C-MAPSS is simulated. One original validation split and frequent overestimation limit conclusions.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B319B-A4B6-40DB-A9F4-5D70425E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5A6875"/>
                </a:solidFill>
              </a:defRPr>
            </a:defPPr>
            <a:lvl1pPr algn="l">
              <a:defRPr sz="1575" b="0">
                <a:solidFill>
                  <a:srgbClr val="5A6875"/>
                </a:solidFill>
              </a:defRPr>
            </a:lvl1pPr>
            <a:lvl2pPr algn="l">
              <a:defRPr sz="1575" b="0">
                <a:solidFill>
                  <a:srgbClr val="5A6875"/>
                </a:solidFill>
              </a:defRPr>
            </a:lvl2pPr>
            <a:lvl3pPr algn="l">
              <a:defRPr sz="1575" b="0">
                <a:solidFill>
                  <a:srgbClr val="5A6875"/>
                </a:solidFill>
              </a:defRPr>
            </a:lvl3pPr>
            <a:lvl4pPr algn="l">
              <a:defRPr sz="1575" b="0">
                <a:solidFill>
                  <a:srgbClr val="5A6875"/>
                </a:solidFill>
              </a:defRPr>
            </a:lvl4pPr>
            <a:lvl5pPr algn="l">
              <a:defRPr sz="1575" b="0">
                <a:solidFill>
                  <a:srgbClr val="5A6875"/>
                </a:solidFill>
              </a:defRPr>
            </a:lvl5pPr>
            <a:lvl6pPr algn="l">
              <a:defRPr sz="1575" b="0">
                <a:solidFill>
                  <a:srgbClr val="5A6875"/>
                </a:solidFill>
              </a:defRPr>
            </a:lvl6pPr>
            <a:lvl7pPr algn="l">
              <a:defRPr sz="1575" b="0">
                <a:solidFill>
                  <a:srgbClr val="5A6875"/>
                </a:solidFill>
              </a:defRPr>
            </a:lvl7pPr>
            <a:lvl8pPr algn="l">
              <a:defRPr sz="1575" b="0">
                <a:solidFill>
                  <a:srgbClr val="5A6875"/>
                </a:solidFill>
              </a:defRPr>
            </a:lvl8pPr>
            <a:lvl9pPr algn="l">
              <a:defRPr sz="1575" b="0">
                <a:solidFill>
                  <a:srgbClr val="5A6875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A6875"/>
                </a:solidFill>
              </a:defRPr>
            </a:pPr>
            <a:r>
              <a:rPr sz="1575" b="0">
                <a:solidFill>
                  <a:srgbClr val="5A6875"/>
                </a:solidFill>
              </a:rPr>
              <a:t>No real-aircraft safety or deployment claim follows from these scores.</a:t>
            </a:r>
          </a:p>
        </p:txBody>
      </p:sp>
    </p:spTree>
    <p:extLst>
      <p:ext uri="{BB962C8B-B14F-4D97-AF65-F5344CB8AC3E}">
        <p14:creationId xmlns:p14="http://schemas.microsoft.com/office/powerpoint/2010/main" val="630080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62444-6A70-46C0-8B7A-CFA26437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72B42"/>
                </a:solidFill>
              </a:defRPr>
            </a:defPPr>
            <a:lvl1pPr algn="l">
              <a:defRPr sz="2625" b="1">
                <a:solidFill>
                  <a:srgbClr val="172B42"/>
                </a:solidFill>
              </a:defRPr>
            </a:lvl1pPr>
            <a:lvl2pPr algn="l">
              <a:defRPr sz="2625" b="1">
                <a:solidFill>
                  <a:srgbClr val="172B42"/>
                </a:solidFill>
              </a:defRPr>
            </a:lvl2pPr>
            <a:lvl3pPr algn="l">
              <a:defRPr sz="2625" b="1">
                <a:solidFill>
                  <a:srgbClr val="172B42"/>
                </a:solidFill>
              </a:defRPr>
            </a:lvl3pPr>
            <a:lvl4pPr algn="l">
              <a:defRPr sz="2625" b="1">
                <a:solidFill>
                  <a:srgbClr val="172B42"/>
                </a:solidFill>
              </a:defRPr>
            </a:lvl4pPr>
            <a:lvl5pPr algn="l">
              <a:defRPr sz="2625" b="1">
                <a:solidFill>
                  <a:srgbClr val="172B42"/>
                </a:solidFill>
              </a:defRPr>
            </a:lvl5pPr>
            <a:lvl6pPr algn="l">
              <a:defRPr sz="2625" b="1">
                <a:solidFill>
                  <a:srgbClr val="172B42"/>
                </a:solidFill>
              </a:defRPr>
            </a:lvl6pPr>
            <a:lvl7pPr algn="l">
              <a:defRPr sz="2625" b="1">
                <a:solidFill>
                  <a:srgbClr val="172B42"/>
                </a:solidFill>
              </a:defRPr>
            </a:lvl7pPr>
            <a:lvl8pPr algn="l">
              <a:defRPr sz="2625" b="1">
                <a:solidFill>
                  <a:srgbClr val="172B42"/>
                </a:solidFill>
              </a:defRPr>
            </a:lvl8pPr>
            <a:lvl9pPr algn="l">
              <a:defRPr sz="26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42"/>
                </a:solidFill>
              </a:defRPr>
            </a:pPr>
            <a:r>
              <a:rPr sz="2625" b="1">
                <a:solidFill>
                  <a:srgbClr val="172B42"/>
                </a:solidFill>
              </a:rPr>
              <a:t>Conclusion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3E049-A8BF-4A63-87BD-0A6F8638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2B42"/>
                </a:solidFill>
              </a:defRPr>
            </a:defPPr>
            <a:lvl1pPr algn="l">
              <a:defRPr sz="2025" b="1">
                <a:solidFill>
                  <a:srgbClr val="172B42"/>
                </a:solidFill>
              </a:defRPr>
            </a:lvl1pPr>
            <a:lvl2pPr algn="l">
              <a:defRPr sz="2025" b="1">
                <a:solidFill>
                  <a:srgbClr val="172B42"/>
                </a:solidFill>
              </a:defRPr>
            </a:lvl2pPr>
            <a:lvl3pPr algn="l">
              <a:defRPr sz="2025" b="1">
                <a:solidFill>
                  <a:srgbClr val="172B42"/>
                </a:solidFill>
              </a:defRPr>
            </a:lvl3pPr>
            <a:lvl4pPr algn="l">
              <a:defRPr sz="2025" b="1">
                <a:solidFill>
                  <a:srgbClr val="172B42"/>
                </a:solidFill>
              </a:defRPr>
            </a:lvl4pPr>
            <a:lvl5pPr algn="l">
              <a:defRPr sz="2025" b="1">
                <a:solidFill>
                  <a:srgbClr val="172B42"/>
                </a:solidFill>
              </a:defRPr>
            </a:lvl5pPr>
            <a:lvl6pPr algn="l">
              <a:defRPr sz="2025" b="1">
                <a:solidFill>
                  <a:srgbClr val="172B42"/>
                </a:solidFill>
              </a:defRPr>
            </a:lvl6pPr>
            <a:lvl7pPr algn="l">
              <a:defRPr sz="2025" b="1">
                <a:solidFill>
                  <a:srgbClr val="172B42"/>
                </a:solidFill>
              </a:defRPr>
            </a:lvl7pPr>
            <a:lvl8pPr algn="l">
              <a:defRPr sz="2025" b="1">
                <a:solidFill>
                  <a:srgbClr val="172B42"/>
                </a:solidFill>
              </a:defRPr>
            </a:lvl8pPr>
            <a:lvl9pPr algn="l"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Completed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FC64AE-C17B-4486-9462-73F1BE40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Preserved raw data, checked quality, engineered causal features, compared four regressors and evaluated all four subsets on official test engines.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66E16-AD8E-49F5-B98C-5993CC7D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2B42"/>
                </a:solidFill>
              </a:defRPr>
            </a:defPPr>
            <a:lvl1pPr algn="l">
              <a:defRPr sz="2025" b="1">
                <a:solidFill>
                  <a:srgbClr val="172B42"/>
                </a:solidFill>
              </a:defRPr>
            </a:lvl1pPr>
            <a:lvl2pPr algn="l">
              <a:defRPr sz="2025" b="1">
                <a:solidFill>
                  <a:srgbClr val="172B42"/>
                </a:solidFill>
              </a:defRPr>
            </a:lvl2pPr>
            <a:lvl3pPr algn="l">
              <a:defRPr sz="2025" b="1">
                <a:solidFill>
                  <a:srgbClr val="172B42"/>
                </a:solidFill>
              </a:defRPr>
            </a:lvl3pPr>
            <a:lvl4pPr algn="l">
              <a:defRPr sz="2025" b="1">
                <a:solidFill>
                  <a:srgbClr val="172B42"/>
                </a:solidFill>
              </a:defRPr>
            </a:lvl4pPr>
            <a:lvl5pPr algn="l">
              <a:defRPr sz="2025" b="1">
                <a:solidFill>
                  <a:srgbClr val="172B42"/>
                </a:solidFill>
              </a:defRPr>
            </a:lvl5pPr>
            <a:lvl6pPr algn="l">
              <a:defRPr sz="2025" b="1">
                <a:solidFill>
                  <a:srgbClr val="172B42"/>
                </a:solidFill>
              </a:defRPr>
            </a:lvl6pPr>
            <a:lvl7pPr algn="l">
              <a:defRPr sz="2025" b="1">
                <a:solidFill>
                  <a:srgbClr val="172B42"/>
                </a:solidFill>
              </a:defRPr>
            </a:lvl7pPr>
            <a:lvl8pPr algn="l">
              <a:defRPr sz="2025" b="1">
                <a:solidFill>
                  <a:srgbClr val="172B42"/>
                </a:solidFill>
              </a:defRPr>
            </a:lvl8pPr>
            <a:lvl9pPr algn="l"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Next research steps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5C6AE-E308-4344-91F2-51BE0F95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Repeated nested engine-wise validation, engine-balanced training, calibrated uncertainty and external data evaluation.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1C03B-AA4E-4E62-9D85-48BA47CA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340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5A6875"/>
                </a:solidFill>
              </a:defRPr>
            </a:defPPr>
            <a:lvl1pPr algn="l">
              <a:defRPr sz="1500" b="0">
                <a:solidFill>
                  <a:srgbClr val="5A6875"/>
                </a:solidFill>
              </a:defRPr>
            </a:lvl1pPr>
            <a:lvl2pPr algn="l">
              <a:defRPr sz="1500" b="0">
                <a:solidFill>
                  <a:srgbClr val="5A6875"/>
                </a:solidFill>
              </a:defRPr>
            </a:lvl2pPr>
            <a:lvl3pPr algn="l">
              <a:defRPr sz="1500" b="0">
                <a:solidFill>
                  <a:srgbClr val="5A6875"/>
                </a:solidFill>
              </a:defRPr>
            </a:lvl3pPr>
            <a:lvl4pPr algn="l">
              <a:defRPr sz="1500" b="0">
                <a:solidFill>
                  <a:srgbClr val="5A6875"/>
                </a:solidFill>
              </a:defRPr>
            </a:lvl4pPr>
            <a:lvl5pPr algn="l">
              <a:defRPr sz="1500" b="0">
                <a:solidFill>
                  <a:srgbClr val="5A6875"/>
                </a:solidFill>
              </a:defRPr>
            </a:lvl5pPr>
            <a:lvl6pPr algn="l">
              <a:defRPr sz="1500" b="0">
                <a:solidFill>
                  <a:srgbClr val="5A6875"/>
                </a:solidFill>
              </a:defRPr>
            </a:lvl6pPr>
            <a:lvl7pPr algn="l">
              <a:defRPr sz="1500" b="0">
                <a:solidFill>
                  <a:srgbClr val="5A6875"/>
                </a:solidFill>
              </a:defRPr>
            </a:lvl7pPr>
            <a:lvl8pPr algn="l">
              <a:defRPr sz="1500" b="0">
                <a:solidFill>
                  <a:srgbClr val="5A6875"/>
                </a:solidFill>
              </a:defRPr>
            </a:lvl8pPr>
            <a:lvl9pPr algn="l">
              <a:defRPr sz="1500" b="0">
                <a:solidFill>
                  <a:srgbClr val="5A6875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A6875"/>
                </a:solidFill>
              </a:defRPr>
            </a:pPr>
            <a:r>
              <a:rPr sz="1500" b="0">
                <a:solidFill>
                  <a:srgbClr val="5A6875"/>
                </a:solidFill>
              </a:rPr>
              <a:t>Repository: github.com/sohammj/Turbofan_RUL_ML</a:t>
            </a:r>
          </a:p>
        </p:txBody>
      </p:sp>
    </p:spTree>
    <p:extLst>
      <p:ext uri="{BB962C8B-B14F-4D97-AF65-F5344CB8AC3E}">
        <p14:creationId xmlns:p14="http://schemas.microsoft.com/office/powerpoint/2010/main" val="53749558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9B7267-DB0B-4E10-AF55-E1C8A315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72B42"/>
                </a:solidFill>
              </a:defRPr>
            </a:defPPr>
            <a:lvl1pPr algn="l">
              <a:defRPr sz="2625" b="1">
                <a:solidFill>
                  <a:srgbClr val="172B42"/>
                </a:solidFill>
              </a:defRPr>
            </a:lvl1pPr>
            <a:lvl2pPr algn="l">
              <a:defRPr sz="2625" b="1">
                <a:solidFill>
                  <a:srgbClr val="172B42"/>
                </a:solidFill>
              </a:defRPr>
            </a:lvl2pPr>
            <a:lvl3pPr algn="l">
              <a:defRPr sz="2625" b="1">
                <a:solidFill>
                  <a:srgbClr val="172B42"/>
                </a:solidFill>
              </a:defRPr>
            </a:lvl3pPr>
            <a:lvl4pPr algn="l">
              <a:defRPr sz="2625" b="1">
                <a:solidFill>
                  <a:srgbClr val="172B42"/>
                </a:solidFill>
              </a:defRPr>
            </a:lvl4pPr>
            <a:lvl5pPr algn="l">
              <a:defRPr sz="2625" b="1">
                <a:solidFill>
                  <a:srgbClr val="172B42"/>
                </a:solidFill>
              </a:defRPr>
            </a:lvl5pPr>
            <a:lvl6pPr algn="l">
              <a:defRPr sz="2625" b="1">
                <a:solidFill>
                  <a:srgbClr val="172B42"/>
                </a:solidFill>
              </a:defRPr>
            </a:lvl6pPr>
            <a:lvl7pPr algn="l">
              <a:defRPr sz="2625" b="1">
                <a:solidFill>
                  <a:srgbClr val="172B42"/>
                </a:solidFill>
              </a:defRPr>
            </a:lvl7pPr>
            <a:lvl8pPr algn="l">
              <a:defRPr sz="2625" b="1">
                <a:solidFill>
                  <a:srgbClr val="172B42"/>
                </a:solidFill>
              </a:defRPr>
            </a:lvl8pPr>
            <a:lvl9pPr algn="l">
              <a:defRPr sz="26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42"/>
                </a:solidFill>
              </a:defRPr>
            </a:pPr>
            <a:r>
              <a:rPr sz="2625" b="1">
                <a:solidFill>
                  <a:srgbClr val="172B42"/>
                </a:solidFill>
              </a:rPr>
              <a:t>Proposed group contribution split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8C303-4394-4FF0-BB14-9B0E2C8D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2B42"/>
                </a:solidFill>
              </a:defRPr>
            </a:defPPr>
            <a:lvl1pPr algn="l">
              <a:defRPr sz="2025" b="1">
                <a:solidFill>
                  <a:srgbClr val="172B42"/>
                </a:solidFill>
              </a:defRPr>
            </a:lvl1pPr>
            <a:lvl2pPr algn="l">
              <a:defRPr sz="2025" b="1">
                <a:solidFill>
                  <a:srgbClr val="172B42"/>
                </a:solidFill>
              </a:defRPr>
            </a:lvl2pPr>
            <a:lvl3pPr algn="l">
              <a:defRPr sz="2025" b="1">
                <a:solidFill>
                  <a:srgbClr val="172B42"/>
                </a:solidFill>
              </a:defRPr>
            </a:lvl3pPr>
            <a:lvl4pPr algn="l">
              <a:defRPr sz="2025" b="1">
                <a:solidFill>
                  <a:srgbClr val="172B42"/>
                </a:solidFill>
              </a:defRPr>
            </a:lvl4pPr>
            <a:lvl5pPr algn="l">
              <a:defRPr sz="2025" b="1">
                <a:solidFill>
                  <a:srgbClr val="172B42"/>
                </a:solidFill>
              </a:defRPr>
            </a:lvl5pPr>
            <a:lvl6pPr algn="l">
              <a:defRPr sz="2025" b="1">
                <a:solidFill>
                  <a:srgbClr val="172B42"/>
                </a:solidFill>
              </a:defRPr>
            </a:lvl6pPr>
            <a:lvl7pPr algn="l">
              <a:defRPr sz="2025" b="1">
                <a:solidFill>
                  <a:srgbClr val="172B42"/>
                </a:solidFill>
              </a:defRPr>
            </a:lvl7pPr>
            <a:lvl8pPr algn="l">
              <a:defRPr sz="2025" b="1">
                <a:solidFill>
                  <a:srgbClr val="172B42"/>
                </a:solidFill>
              </a:defRPr>
            </a:lvl8pPr>
            <a:lvl9pPr algn="l"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Soham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EAE37-0D72-4252-8191-7EB2C164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466850"/>
            <a:ext cx="838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Project integration, protocol, result interpretation and report coordination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2A570-02DF-4873-B00E-3BAA2395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2B42"/>
                </a:solidFill>
              </a:defRPr>
            </a:defPPr>
            <a:lvl1pPr algn="l">
              <a:defRPr sz="2025" b="1">
                <a:solidFill>
                  <a:srgbClr val="172B42"/>
                </a:solidFill>
              </a:defRPr>
            </a:lvl1pPr>
            <a:lvl2pPr algn="l">
              <a:defRPr sz="2025" b="1">
                <a:solidFill>
                  <a:srgbClr val="172B42"/>
                </a:solidFill>
              </a:defRPr>
            </a:lvl2pPr>
            <a:lvl3pPr algn="l">
              <a:defRPr sz="2025" b="1">
                <a:solidFill>
                  <a:srgbClr val="172B42"/>
                </a:solidFill>
              </a:defRPr>
            </a:lvl3pPr>
            <a:lvl4pPr algn="l">
              <a:defRPr sz="2025" b="1">
                <a:solidFill>
                  <a:srgbClr val="172B42"/>
                </a:solidFill>
              </a:defRPr>
            </a:lvl4pPr>
            <a:lvl5pPr algn="l">
              <a:defRPr sz="2025" b="1">
                <a:solidFill>
                  <a:srgbClr val="172B42"/>
                </a:solidFill>
              </a:defRPr>
            </a:lvl5pPr>
            <a:lvl6pPr algn="l">
              <a:defRPr sz="2025" b="1">
                <a:solidFill>
                  <a:srgbClr val="172B42"/>
                </a:solidFill>
              </a:defRPr>
            </a:lvl6pPr>
            <a:lvl7pPr algn="l">
              <a:defRPr sz="2025" b="1">
                <a:solidFill>
                  <a:srgbClr val="172B42"/>
                </a:solidFill>
              </a:defRPr>
            </a:lvl7pPr>
            <a:lvl8pPr algn="l">
              <a:defRPr sz="2025" b="1">
                <a:solidFill>
                  <a:srgbClr val="172B42"/>
                </a:solidFill>
              </a:defRPr>
            </a:lvl8pPr>
            <a:lvl9pPr algn="l"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Hardik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08AF4-C742-40D1-ABB3-5145A55E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43150"/>
            <a:ext cx="838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Data provenance, raw structure and EDA interpretation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6F50A-221F-44A7-A50C-9FCE7A50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2B42"/>
                </a:solidFill>
              </a:defRPr>
            </a:defPPr>
            <a:lvl1pPr algn="l">
              <a:defRPr sz="2025" b="1">
                <a:solidFill>
                  <a:srgbClr val="172B42"/>
                </a:solidFill>
              </a:defRPr>
            </a:lvl1pPr>
            <a:lvl2pPr algn="l">
              <a:defRPr sz="2025" b="1">
                <a:solidFill>
                  <a:srgbClr val="172B42"/>
                </a:solidFill>
              </a:defRPr>
            </a:lvl2pPr>
            <a:lvl3pPr algn="l">
              <a:defRPr sz="2025" b="1">
                <a:solidFill>
                  <a:srgbClr val="172B42"/>
                </a:solidFill>
              </a:defRPr>
            </a:lvl3pPr>
            <a:lvl4pPr algn="l">
              <a:defRPr sz="2025" b="1">
                <a:solidFill>
                  <a:srgbClr val="172B42"/>
                </a:solidFill>
              </a:defRPr>
            </a:lvl4pPr>
            <a:lvl5pPr algn="l">
              <a:defRPr sz="2025" b="1">
                <a:solidFill>
                  <a:srgbClr val="172B42"/>
                </a:solidFill>
              </a:defRPr>
            </a:lvl5pPr>
            <a:lvl6pPr algn="l">
              <a:defRPr sz="2025" b="1">
                <a:solidFill>
                  <a:srgbClr val="172B42"/>
                </a:solidFill>
              </a:defRPr>
            </a:lvl6pPr>
            <a:lvl7pPr algn="l">
              <a:defRPr sz="2025" b="1">
                <a:solidFill>
                  <a:srgbClr val="172B42"/>
                </a:solidFill>
              </a:defRPr>
            </a:lvl7pPr>
            <a:lvl8pPr algn="l">
              <a:defRPr sz="2025" b="1">
                <a:solidFill>
                  <a:srgbClr val="172B42"/>
                </a:solidFill>
              </a:defRPr>
            </a:lvl8pPr>
            <a:lvl9pPr algn="l"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Farhaan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4B002-1CF8-42D5-9307-D0B5987D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838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Data quality, RUL labels and feature 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E9CDA-707D-45F7-A16F-CC7A6B00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2B42"/>
                </a:solidFill>
              </a:defRPr>
            </a:defPPr>
            <a:lvl1pPr algn="l">
              <a:defRPr sz="2025" b="1">
                <a:solidFill>
                  <a:srgbClr val="172B42"/>
                </a:solidFill>
              </a:defRPr>
            </a:lvl1pPr>
            <a:lvl2pPr algn="l">
              <a:defRPr sz="2025" b="1">
                <a:solidFill>
                  <a:srgbClr val="172B42"/>
                </a:solidFill>
              </a:defRPr>
            </a:lvl2pPr>
            <a:lvl3pPr algn="l">
              <a:defRPr sz="2025" b="1">
                <a:solidFill>
                  <a:srgbClr val="172B42"/>
                </a:solidFill>
              </a:defRPr>
            </a:lvl3pPr>
            <a:lvl4pPr algn="l">
              <a:defRPr sz="2025" b="1">
                <a:solidFill>
                  <a:srgbClr val="172B42"/>
                </a:solidFill>
              </a:defRPr>
            </a:lvl4pPr>
            <a:lvl5pPr algn="l">
              <a:defRPr sz="2025" b="1">
                <a:solidFill>
                  <a:srgbClr val="172B42"/>
                </a:solidFill>
              </a:defRPr>
            </a:lvl5pPr>
            <a:lvl6pPr algn="l">
              <a:defRPr sz="2025" b="1">
                <a:solidFill>
                  <a:srgbClr val="172B42"/>
                </a:solidFill>
              </a:defRPr>
            </a:lvl6pPr>
            <a:lvl7pPr algn="l">
              <a:defRPr sz="2025" b="1">
                <a:solidFill>
                  <a:srgbClr val="172B42"/>
                </a:solidFill>
              </a:defRPr>
            </a:lvl7pPr>
            <a:lvl8pPr algn="l">
              <a:defRPr sz="2025" b="1">
                <a:solidFill>
                  <a:srgbClr val="172B42"/>
                </a:solidFill>
              </a:defRPr>
            </a:lvl8pPr>
            <a:lvl9pPr algn="l"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Sanjeet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7BB68-C806-4E3B-9C2A-8F7E0DBA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838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Model comparison, validation and reproducibility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5EF1ED-8D3A-48B2-B839-8C81EB0C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2B42"/>
                </a:solidFill>
              </a:defRPr>
            </a:defPPr>
            <a:lvl1pPr algn="l">
              <a:defRPr sz="2025" b="1">
                <a:solidFill>
                  <a:srgbClr val="172B42"/>
                </a:solidFill>
              </a:defRPr>
            </a:lvl1pPr>
            <a:lvl2pPr algn="l">
              <a:defRPr sz="2025" b="1">
                <a:solidFill>
                  <a:srgbClr val="172B42"/>
                </a:solidFill>
              </a:defRPr>
            </a:lvl2pPr>
            <a:lvl3pPr algn="l">
              <a:defRPr sz="2025" b="1">
                <a:solidFill>
                  <a:srgbClr val="172B42"/>
                </a:solidFill>
              </a:defRPr>
            </a:lvl3pPr>
            <a:lvl4pPr algn="l">
              <a:defRPr sz="2025" b="1">
                <a:solidFill>
                  <a:srgbClr val="172B42"/>
                </a:solidFill>
              </a:defRPr>
            </a:lvl4pPr>
            <a:lvl5pPr algn="l">
              <a:defRPr sz="2025" b="1">
                <a:solidFill>
                  <a:srgbClr val="172B42"/>
                </a:solidFill>
              </a:defRPr>
            </a:lvl5pPr>
            <a:lvl6pPr algn="l">
              <a:defRPr sz="2025" b="1">
                <a:solidFill>
                  <a:srgbClr val="172B42"/>
                </a:solidFill>
              </a:defRPr>
            </a:lvl6pPr>
            <a:lvl7pPr algn="l">
              <a:defRPr sz="2025" b="1">
                <a:solidFill>
                  <a:srgbClr val="172B42"/>
                </a:solidFill>
              </a:defRPr>
            </a:lvl7pPr>
            <a:lvl8pPr algn="l">
              <a:defRPr sz="2025" b="1">
                <a:solidFill>
                  <a:srgbClr val="172B42"/>
                </a:solidFill>
              </a:defRPr>
            </a:lvl8pPr>
            <a:lvl9pPr algn="l"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Sparsh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C8466-EC3D-4AC5-AB99-87848220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72050"/>
            <a:ext cx="838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Official test, plots, error analysis and presentation figures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0ED44-C385-4108-9E66-74D0CD97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98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5A6875"/>
                </a:solidFill>
              </a:defRPr>
            </a:defPPr>
            <a:lvl1pPr algn="l">
              <a:defRPr sz="1425" b="0">
                <a:solidFill>
                  <a:srgbClr val="5A6875"/>
                </a:solidFill>
              </a:defRPr>
            </a:lvl1pPr>
            <a:lvl2pPr algn="l">
              <a:defRPr sz="1425" b="0">
                <a:solidFill>
                  <a:srgbClr val="5A6875"/>
                </a:solidFill>
              </a:defRPr>
            </a:lvl2pPr>
            <a:lvl3pPr algn="l">
              <a:defRPr sz="1425" b="0">
                <a:solidFill>
                  <a:srgbClr val="5A6875"/>
                </a:solidFill>
              </a:defRPr>
            </a:lvl3pPr>
            <a:lvl4pPr algn="l">
              <a:defRPr sz="1425" b="0">
                <a:solidFill>
                  <a:srgbClr val="5A6875"/>
                </a:solidFill>
              </a:defRPr>
            </a:lvl4pPr>
            <a:lvl5pPr algn="l">
              <a:defRPr sz="1425" b="0">
                <a:solidFill>
                  <a:srgbClr val="5A6875"/>
                </a:solidFill>
              </a:defRPr>
            </a:lvl5pPr>
            <a:lvl6pPr algn="l">
              <a:defRPr sz="1425" b="0">
                <a:solidFill>
                  <a:srgbClr val="5A6875"/>
                </a:solidFill>
              </a:defRPr>
            </a:lvl6pPr>
            <a:lvl7pPr algn="l">
              <a:defRPr sz="1425" b="0">
                <a:solidFill>
                  <a:srgbClr val="5A6875"/>
                </a:solidFill>
              </a:defRPr>
            </a:lvl7pPr>
            <a:lvl8pPr algn="l">
              <a:defRPr sz="1425" b="0">
                <a:solidFill>
                  <a:srgbClr val="5A6875"/>
                </a:solidFill>
              </a:defRPr>
            </a:lvl8pPr>
            <a:lvl9pPr algn="l">
              <a:defRPr sz="1425" b="0">
                <a:solidFill>
                  <a:srgbClr val="5A6875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875"/>
                </a:solidFill>
              </a:defRPr>
            </a:pPr>
            <a:r>
              <a:rPr sz="1425" b="0">
                <a:solidFill>
                  <a:srgbClr val="5A6875"/>
                </a:solidFill>
              </a:rPr>
              <a:t>Confirm actual work and fill roll numbers before submission.</a:t>
            </a:r>
          </a:p>
        </p:txBody>
      </p:sp>
    </p:spTree>
    <p:extLst>
      <p:ext uri="{BB962C8B-B14F-4D97-AF65-F5344CB8AC3E}">
        <p14:creationId xmlns:p14="http://schemas.microsoft.com/office/powerpoint/2010/main" val="1154024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2026-10-20T17:58:45.9860000Z</dcterms:created>
  <dcterms:modified xsi:type="dcterms:W3CDTF">2026-10-20T17:58:45.9860000Z</dcterms:modified>
</coreProperties>
</file>